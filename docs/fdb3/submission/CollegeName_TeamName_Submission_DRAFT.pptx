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f0dc4bb85034430" /><Relationship Type="http://schemas.openxmlformats.org/officeDocument/2006/relationships/extended-properties" Target="/docProps/app.xml" Id="Rbd8d4bade49741a9" /><Relationship Type="http://schemas.openxmlformats.org/officeDocument/2006/relationships/officeDocument" Target="/ppt/presentation.xml" Id="R419f7b7ed8604260" /></Relationships>
</file>

<file path=ppt/presentation.xml><?xml version="1.0" encoding="utf-8"?>
<p:presentation xmlns:p="http://schemas.openxmlformats.org/presentationml/2006/main">
  <p:sldMasterIdLst>
    <p:sldMasterId xmlns:r="http://schemas.openxmlformats.org/officeDocument/2006/relationships" id="2147483648" r:id="R2c807d0054774297"/>
  </p:sldMasterIdLst>
  <p:notesMasterIdLst>
    <p:notesMasterId xmlns:r="http://schemas.openxmlformats.org/officeDocument/2006/relationships" r:id="R795a65df277c4ee8"/>
  </p:notesMasterIdLst>
  <p:sldIdLst>
    <p:sldId xmlns:r="http://schemas.openxmlformats.org/officeDocument/2006/relationships" id="256" r:id="Rbcc2ecd197884f10"/>
    <p:sldId xmlns:r="http://schemas.openxmlformats.org/officeDocument/2006/relationships" id="257" r:id="R8b4a7a48524c43ff"/>
    <p:sldId xmlns:r="http://schemas.openxmlformats.org/officeDocument/2006/relationships" id="258" r:id="R850db697619849c3"/>
    <p:sldId xmlns:r="http://schemas.openxmlformats.org/officeDocument/2006/relationships" id="259" r:id="Rcb0a91e525f345d5"/>
    <p:sldId xmlns:r="http://schemas.openxmlformats.org/officeDocument/2006/relationships" id="260" r:id="Rd8dde7a3fadd4509"/>
    <p:sldId xmlns:r="http://schemas.openxmlformats.org/officeDocument/2006/relationships" id="261" r:id="R4abf567fd26c4f65"/>
    <p:sldId xmlns:r="http://schemas.openxmlformats.org/officeDocument/2006/relationships" id="262" r:id="Ra53739ac954246c1"/>
    <p:sldId xmlns:r="http://schemas.openxmlformats.org/officeDocument/2006/relationships" id="263" r:id="R21a7d4e3d7eb43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80d5a697ed7459d" /><Relationship Type="http://schemas.openxmlformats.org/officeDocument/2006/relationships/slideMaster" Target="/ppt/slideMasters/slideMaster1.xml" Id="R2c807d0054774297" /><Relationship Type="http://schemas.openxmlformats.org/officeDocument/2006/relationships/notesMaster" Target="/ppt/notesMasters/notesMaster1.xml" Id="R795a65df277c4ee8" /><Relationship Type="http://schemas.openxmlformats.org/officeDocument/2006/relationships/presProps" Target="/ppt/presProps.xml" Id="R8811354e21024892" /><Relationship Type="http://schemas.openxmlformats.org/officeDocument/2006/relationships/tableStyles" Target="/ppt/tableStyles.xml" Id="R0e7c13a5c7fc47b0" /><Relationship Type="http://schemas.openxmlformats.org/officeDocument/2006/relationships/slide" Target="/ppt/slides/slide1.xml" Id="Rbcc2ecd197884f10" /><Relationship Type="http://schemas.openxmlformats.org/officeDocument/2006/relationships/slide" Target="/ppt/slides/slide2.xml" Id="R8b4a7a48524c43ff" /><Relationship Type="http://schemas.openxmlformats.org/officeDocument/2006/relationships/slide" Target="/ppt/slides/slide3.xml" Id="R850db697619849c3" /><Relationship Type="http://schemas.openxmlformats.org/officeDocument/2006/relationships/slide" Target="/ppt/slides/slide4.xml" Id="Rcb0a91e525f345d5" /><Relationship Type="http://schemas.openxmlformats.org/officeDocument/2006/relationships/slide" Target="/ppt/slides/slide5.xml" Id="Rd8dde7a3fadd4509" /><Relationship Type="http://schemas.openxmlformats.org/officeDocument/2006/relationships/slide" Target="/ppt/slides/slide6.xml" Id="R4abf567fd26c4f65" /><Relationship Type="http://schemas.openxmlformats.org/officeDocument/2006/relationships/slide" Target="/ppt/slides/slide7.xml" Id="Ra53739ac954246c1" /><Relationship Type="http://schemas.openxmlformats.org/officeDocument/2006/relationships/slide" Target="/ppt/slides/slide8.xml" Id="R21a7d4e3d7eb43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56d303d46d454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e42e28253f641ca" /><Relationship Type="http://schemas.openxmlformats.org/officeDocument/2006/relationships/notesMaster" Target="/ppt/notesMasters/notesMaster1.xml" Id="R5320152275234e3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6a85e46b1f4a5a" /><Relationship Type="http://schemas.openxmlformats.org/officeDocument/2006/relationships/notesMaster" Target="/ppt/notesMasters/notesMaster1.xml" Id="Raa7f060b390842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12fafc3c9a43498a" /><Relationship Type="http://schemas.openxmlformats.org/officeDocument/2006/relationships/notesMaster" Target="/ppt/notesMasters/notesMaster1.xml" Id="R5f20041e1655418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ab1b485879f4203" /><Relationship Type="http://schemas.openxmlformats.org/officeDocument/2006/relationships/notesMaster" Target="/ppt/notesMasters/notesMaster1.xml" Id="Rb08e4748cbb34a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462e903738da4ff3" /><Relationship Type="http://schemas.openxmlformats.org/officeDocument/2006/relationships/notesMaster" Target="/ppt/notesMasters/notesMaster1.xml" Id="R7fcc6e24fa194702" /></Relationships>
</file>

<file path=ppt/notesSlides/_rels/notesSlide6.xml.rels>&#65279;<?xml version="1.0" encoding="utf-8"?><Relationships xmlns="http://schemas.openxmlformats.org/package/2006/relationships"><Relationship Type="http://schemas.openxmlformats.org/officeDocument/2006/relationships/slide" Target="/ppt/slides/slide6.xml" Id="R0cd15662adc14a90" /><Relationship Type="http://schemas.openxmlformats.org/officeDocument/2006/relationships/notesMaster" Target="/ppt/notesMasters/notesMaster1.xml" Id="R7741f5f4088a4a61" /></Relationships>
</file>

<file path=ppt/notesSlides/_rels/notesSlide7.xml.rels>&#65279;<?xml version="1.0" encoding="utf-8"?><Relationships xmlns="http://schemas.openxmlformats.org/package/2006/relationships"><Relationship Type="http://schemas.openxmlformats.org/officeDocument/2006/relationships/slide" Target="/ppt/slides/slide7.xml" Id="R3f10dd1c24b8414b" /><Relationship Type="http://schemas.openxmlformats.org/officeDocument/2006/relationships/notesMaster" Target="/ppt/notesMasters/notesMaster1.xml" Id="Rb2e7312be4d34cd3" /></Relationships>
</file>

<file path=ppt/notesSlides/_rels/notesSlide8.xml.rels>&#65279;<?xml version="1.0" encoding="utf-8"?><Relationships xmlns="http://schemas.openxmlformats.org/package/2006/relationships"><Relationship Type="http://schemas.openxmlformats.org/officeDocument/2006/relationships/slide" Target="/ppt/slides/slide8.xml" Id="Raba86c2e0c64459b" /><Relationship Type="http://schemas.openxmlformats.org/officeDocument/2006/relationships/notesMaster" Target="/ppt/notesMasters/notesMaster1.xml" Id="Rfdf7f1c3e0914b4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Organizer template preserved in a copy. Updated guide permits at most eight slides. Identity placeholders require owner completion before upload. The known development repository is https://github.com/anshcantcode/thread-team-guide; final public submission branch/revision is not confirmed. Template: https://drive.google.com/file/d/18P6MzVJrDZvphG9zfMm2A9t5MH6sh8N6/view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Official task and dataset description: https://drive.google.com/file/d/12RPdEbggSayVHNoFk1zPNqKOdVRQ_vio/view. The 100/100 objective is an internal target, not an organizer cutoff. No competitor ranking has been established.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 docs/fdb3/ARCHITECTURE.md; docs/fdb3/SUBMISSION.md; docs/fdb3/SPRINT2.md. These are local diagnostic and implementation records. The standalone Android application still has a separate legacy runtime. Local WebRTC, Windows SAPI and the local judge are development profiles. Linux preparation and CPU speech component checks passed in an isolated Ubuntu environment and an FDB-specific container. Full Linux benchmark inference/judging remains unverified. Evidence: docs/fdb3/LINUX_REPRODUCTION_20260928.md and docs/fdb3/DOCKER.md.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Run #3: 20260928T033707Z-18db0ad9, frozen f6329dd, 100 evaluated, 53/100 strict and window-strict, 47 non-passes, 0 paid requests. Judge: local Qwen3.5-4B, not the organizers' judge. Judge-free exact rescore: 45/100 with 55 non-passes, same saved inference, not a fresh run. Source: eb6bdb3:docs/fdb3/SPRINT2.md and eb6bdb3:.thread-run/experiments.jsonl. The 1387-entry manifest is C:/Users/ANSH/fdb3-evidence/20260928T033707Z-18db0ad9.SHA256SUMS. Task D counted/hashed the manifest and read the committed record, not all raw files or a new judge run. See docs/fdb3/evidence/task-d-docs-20260928.json. One diagnostic, no qualification, response-quality, latency or organizer-score claim. Previous run 20260927T175531Z-6dcc34fa on 088cf6f remains 50/100 local-Qwen strict and 42/100 judge-free exact, canonical archive C:/Users/ANSH/fdb3-evidence/20260927T175531Z-6dcc34fa/. The video retains that earlier source and score. Its companion note is in docs/fdb3/submission/VIDEO_AND_SLIDES.md.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Run #4 is PENDING: candidate 18ad4ea, held-out-012 and acceptance gate before any full run. Run ID, gate verdict and score are unknown here, not passes. The candidate merges 1fb0572, fc580db and historical review branch (13 independently reproduced wrong-authorization classes, report at 1b905bb). Task C natural spoken answers (2e6762f, merge cb31fec) are for the next candidate, not 18ad4ea, and are unmeasured. No later source inherits run #3's score.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Dated 28 September source-review context, not a like-for-like ranking. Keel main snapshot 9cc18bb, run 20260927T083931Z_keel_gemini_realtime, source 8c6ef4c with uncommitted changes, reports 43/100 (57 failures) with Gemini Live and no judge (exact arguments). Source: https://github.com/PROSTLE/samsung/blob/9cc18bb/README.md. FDB-v3 paper arXiv:2604.04847v1 Table 2 reports GPT-Realtime Pass@1 0.600 and Gemini Live 3.1 0.540, each on 100 recordings with GPT-4o judging: https://arxiv.org/html/2604.04847v1. Other repositories in the implementation reviewer's reviewed cohort have no published full FDB-v3 run. TriageLine's 89.1/100 is its own nine-scenario harness, not FDB-v3. No competitor was executed by this documentation task and no result here is an organizer result. See docs/fdb3/COMPETITOR_REFRESH_20260927.md, 28 September section.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 docs/fdb3/ARCHITECTURE.md; docs/fdb3/SUBMISSION.md; docs/fdb3/SPRINT2.md. These are local diagnostic and implementation records. General regression and actual SDK race coverage exist. Full live safety families, long conversations, reconnect behavior and independent reproduction remain incomplete. No claim of universal correctness or exactly-once distributed effects.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Evidence: .thread-run/STATE.json android.audio_to_device; docs/fdb3/submission/VIDEO_CAPTURE.md. Basic audio003 proof is receipt and post-restart native readback, not its launcher screenshot. Correction attempts 004/007/009 failed and remain in history. Timer010 proves one handoff and truthful speech, without runtime verification of timer creation. Fresh extension-audio015, on desktop source fecb5c221e2609e39799b87627e1f7327a54da89 and native viewer source 8e9324ab74d84c3a77c47e278702a6a066a1bf41, executed exactly one add_checklist_item for wash the spinach. No celery item exists. The real native viewer shows the saved item and receipt; force-stop/native restart/read_checklist confirmed persistence. This is an exposed authored synthetic input on a tethered emulator. Evidence and APK identity: docs/fdb3/evidence/extension015-summary.json. Failed extension013 was an ASR DLL-path infrastructure failure and remains retained. VIDEO_DRAFT.mp4 is a 4:10 edited local draft with archived benchmark source 088cf6f and the separate extension015 capture. Original evidence audio, all actual calls, source identities and cuts appear in the video and docs/fdb3/submission/VIDEO_PROVENANCE.json. Human complete listening and a tested public URL remain pending.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 docs/fdb3/ARCHITECTURE.md; docs/fdb3/SUBMISSION.md; docs/fdb3/SPRINT2.md. These are local diagnostic and implementation records. Exact pins and hashes: requirements-fdb3.lock; scripts/reproduce_fdb3_linux.sh; docs/fdb3/REPRODUCE.md. Command is shown as three environment/input lines for readability; full command and prerequisites live in README. Isolated Linux prepare-only provisioning and authored CPU speech checks executed. The FDB-specific CPU Docker image built and passed dependency, public-contract, VAD and espeak/Whisper component checks with networking disabled. These component checks include zero benchmark recordings and zero model/judge requests. GPU/NeMo/LiveKit full inference and judging remain pending. Evidence: docs/fdb3/LINUX_REPRODUCTION_20260928.md; docs/fdb3/DOCKER.md; docs/fdb3/evidence/container-summary-20260928.json. No new benchmark score is inferred. https://drive.google.com/file/d/12RPdEbggSayVHNoFk1zPNqKOdVRQ_vio/view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Scoring and maximum slide count: https://drive.google.com/file/d/12RPdEbggSayVHNoFk1zPNqKOdVRQ_vio/view. The user reported an organizer email extending the deadline to September 30. Exact time/timezone and final Google Form link were not supplied. Administrative identity fields are placeholders. Local benchmark quality, clean reproduction, extension and submission readiness remain separate gates.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Run #4 is PENDING: candidate 18ad4ea, held-out-012 and acceptance gate before any full run. Run ID, gate verdict and score are unknown here, not passes. The candidate merges 1fb0572, fc580db and historical review branch (13 independently reproduced wrong-authorization classes, report at 1b905bb). Task C natural spoken answers (2e6762f, merge cb31fec) are for the next candidate, not 18ad4ea, and are unmeasured. No later source inherits run #3's score.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1197a30c73400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f606d8231d6455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3ecfd31611d47e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2b6c9dc10bd4bf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105d2613a5a4f7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c7714b590ef4c9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aa7eac682ef490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c34d2d3ee4249c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3601b73f90e4ec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9e6a4ac98c54d68"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126c33679ca441f"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78fc5e78c3964664"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15">
            <a:extLst xmlns:a="http://schemas.openxmlformats.org/drawingml/2006/main">
              <a:ext uri="{FF2B5EF4-FFF2-40B4-BE49-F238E27FC236}">
                <a16:creationId xmlns:a16="http://schemas.microsoft.com/office/drawing/2014/main" id="{A891F6ED-75FD-4265-9BCE-087C81B6A177}"/>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18" name="Google Shape;18;p15">
            <a:extLst xmlns:a="http://schemas.openxmlformats.org/drawingml/2006/main">
              <a:ext uri="{FF2B5EF4-FFF2-40B4-BE49-F238E27FC236}">
                <a16:creationId xmlns:a16="http://schemas.microsoft.com/office/drawing/2014/main" id="{F4763AA0-C838-420E-886E-22FC108197D3}"/>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p:txBody>
      </p:sp>
      <p:sp>
        <p:nvSpPr>
          <p:cNvPr id="19" name="Google Shape;19;p15">
            <a:extLst xmlns:a="http://schemas.openxmlformats.org/drawingml/2006/main">
              <a:ext uri="{FF2B5EF4-FFF2-40B4-BE49-F238E27FC236}">
                <a16:creationId xmlns:a16="http://schemas.microsoft.com/office/drawing/2014/main" id="{4C8C3FEE-D043-42C5-9E64-29A17C49362F}"/>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0" name="Google Shape;20;p15">
            <a:extLst xmlns:a="http://schemas.openxmlformats.org/drawingml/2006/main">
              <a:ext uri="{FF2B5EF4-FFF2-40B4-BE49-F238E27FC236}">
                <a16:creationId xmlns:a16="http://schemas.microsoft.com/office/drawing/2014/main" id="{6FF6DD0D-13B8-472E-AAA3-BCBA8D08AB6A}"/>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1" name="Google Shape;21;p15">
            <a:extLst xmlns:a="http://schemas.openxmlformats.org/drawingml/2006/main">
              <a:ext uri="{FF2B5EF4-FFF2-40B4-BE49-F238E27FC236}">
                <a16:creationId xmlns:a16="http://schemas.microsoft.com/office/drawing/2014/main" id="{F43FE761-5B34-4AE3-B207-A7B97642C061}"/>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23" name="Google Shape;23;p16">
            <a:extLst xmlns:a="http://schemas.openxmlformats.org/drawingml/2006/main">
              <a:ext uri="{FF2B5EF4-FFF2-40B4-BE49-F238E27FC236}">
                <a16:creationId xmlns:a16="http://schemas.microsoft.com/office/drawing/2014/main" id="{FE2F654B-84C3-417F-8A07-81918D5FB0B2}"/>
              </a:ext>
            </a:extLst>
          </p:cNvPr>
          <p:cNvSpPr>
            <a:spLocks xmlns:a="http://schemas.openxmlformats.org/drawingml/2006/main" noGrp="1"/>
          </p:cNvSpPr>
          <p:nvPr>
            <p:ph type="ctrTitle" idx="0"/>
          </p:nvPr>
        </p:nvSpPr>
        <p:spPr>
          <a:xfrm xmlns:a="http://schemas.openxmlformats.org/drawingml/2006/main">
            <a:off x="1524000" y="1122363"/>
            <a:ext cx="9144000" cy="238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90000"/>
              </a:lnSpc>
              <a:spcBef>
                <a:spcPts val="0"/>
              </a:spcBef>
              <a:spcAft>
                <a:spcPts val="0"/>
              </a:spcAft>
              <a:buClr>
                <a:schemeClr val="dk1"/>
              </a:buClr>
              <a:buSzPts val="6000"/>
              <a:buFont typeface="Calibri"/>
              <a:buNone/>
              <a:defRPr sz="6000"/>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24" name="Google Shape;24;p16">
            <a:extLst xmlns:a="http://schemas.openxmlformats.org/drawingml/2006/main">
              <a:ext uri="{FF2B5EF4-FFF2-40B4-BE49-F238E27FC236}">
                <a16:creationId xmlns:a16="http://schemas.microsoft.com/office/drawing/2014/main" id="{7AF92E09-58E2-4DA5-85A2-A5EFDD8621FB}"/>
              </a:ext>
            </a:extLst>
          </p:cNvPr>
          <p:cNvSpPr>
            <a:spLocks xmlns:a="http://schemas.openxmlformats.org/drawingml/2006/main" noGrp="1"/>
          </p:cNvSpPr>
          <p:nvPr>
            <p:ph type="subTitle" idx="1"/>
          </p:nvPr>
        </p:nvSpPr>
        <p:spPr>
          <a:xfrm xmlns:a="http://schemas.openxmlformats.org/drawingml/2006/main">
            <a:off x="1524000" y="3602038"/>
            <a:ext cx="9144000" cy="1655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000"/>
              </a:spcBef>
              <a:spcAft>
                <a:spcPts val="0"/>
              </a:spcAft>
              <a:buClr>
                <a:schemeClr val="dk1"/>
              </a:buClr>
              <a:buSzPts val="2400"/>
              <a:buNone/>
              <a:defRPr sz="2400"/>
            </a:lvl1pPr>
            <a:lvl2pPr algn="ctr">
              <a:lnSpc>
                <a:spcPct val="90000"/>
              </a:lnSpc>
              <a:spcBef>
                <a:spcPts val="500"/>
              </a:spcBef>
              <a:spcAft>
                <a:spcPts val="0"/>
              </a:spcAft>
              <a:buClr>
                <a:schemeClr val="dk1"/>
              </a:buClr>
              <a:buSzPts val="2000"/>
              <a:buNone/>
              <a:defRPr sz="2000"/>
            </a:lvl2pPr>
            <a:lvl3pPr algn="ctr">
              <a:lnSpc>
                <a:spcPct val="90000"/>
              </a:lnSpc>
              <a:spcBef>
                <a:spcPts val="500"/>
              </a:spcBef>
              <a:spcAft>
                <a:spcPts val="0"/>
              </a:spcAft>
              <a:buClr>
                <a:schemeClr val="dk1"/>
              </a:buClr>
              <a:buSzPts val="1800"/>
              <a:buNone/>
              <a:defRPr sz="1800"/>
            </a:lvl3pPr>
            <a:lvl4pPr algn="ctr">
              <a:lnSpc>
                <a:spcPct val="90000"/>
              </a:lnSpc>
              <a:spcBef>
                <a:spcPts val="500"/>
              </a:spcBef>
              <a:spcAft>
                <a:spcPts val="0"/>
              </a:spcAft>
              <a:buClr>
                <a:schemeClr val="dk1"/>
              </a:buClr>
              <a:buSzPts val="1600"/>
              <a:buNone/>
              <a:defRPr sz="1600"/>
            </a:lvl4pPr>
            <a:lvl5pPr algn="ctr">
              <a:lnSpc>
                <a:spcPct val="90000"/>
              </a:lnSpc>
              <a:spcBef>
                <a:spcPts val="500"/>
              </a:spcBef>
              <a:spcAft>
                <a:spcPts val="0"/>
              </a:spcAft>
              <a:buClr>
                <a:schemeClr val="dk1"/>
              </a:buClr>
              <a:buSzPts val="1600"/>
              <a:buNone/>
              <a:defRPr sz="1600"/>
            </a:lvl5pPr>
            <a:lvl6pPr algn="ctr">
              <a:lnSpc>
                <a:spcPct val="90000"/>
              </a:lnSpc>
              <a:spcBef>
                <a:spcPts val="500"/>
              </a:spcBef>
              <a:spcAft>
                <a:spcPts val="0"/>
              </a:spcAft>
              <a:buClr>
                <a:schemeClr val="dk1"/>
              </a:buClr>
              <a:buSzPts val="1600"/>
              <a:buNone/>
              <a:defRPr sz="1600"/>
            </a:lvl6pPr>
            <a:lvl7pPr algn="ctr">
              <a:lnSpc>
                <a:spcPct val="90000"/>
              </a:lnSpc>
              <a:spcBef>
                <a:spcPts val="500"/>
              </a:spcBef>
              <a:spcAft>
                <a:spcPts val="0"/>
              </a:spcAft>
              <a:buClr>
                <a:schemeClr val="dk1"/>
              </a:buClr>
              <a:buSzPts val="1600"/>
              <a:buNone/>
              <a:defRPr sz="1600"/>
            </a:lvl7pPr>
            <a:lvl8pPr algn="ctr">
              <a:lnSpc>
                <a:spcPct val="90000"/>
              </a:lnSpc>
              <a:spcBef>
                <a:spcPts val="500"/>
              </a:spcBef>
              <a:spcAft>
                <a:spcPts val="0"/>
              </a:spcAft>
              <a:buClr>
                <a:schemeClr val="dk1"/>
              </a:buClr>
              <a:buSzPts val="1600"/>
              <a:buNone/>
              <a:defRPr sz="1600"/>
            </a:lvl8pPr>
            <a:lvl9pPr algn="ctr">
              <a:lnSpc>
                <a:spcPct val="90000"/>
              </a:lnSpc>
              <a:spcBef>
                <a:spcPts val="500"/>
              </a:spcBef>
              <a:spcAft>
                <a:spcPts val="0"/>
              </a:spcAft>
              <a:buClr>
                <a:schemeClr val="dk1"/>
              </a:buClr>
              <a:buSzPts val="1600"/>
              <a:buNone/>
              <a:defRPr sz="1600"/>
            </a:lvl9pPr>
          </a:lstStyle>
          <a:p xmlns:a="http://schemas.openxmlformats.org/drawingml/2006/main"/>
        </p:txBody>
      </p:sp>
      <p:sp>
        <p:nvSpPr>
          <p:cNvPr id="25" name="Google Shape;25;p16">
            <a:extLst xmlns:a="http://schemas.openxmlformats.org/drawingml/2006/main">
              <a:ext uri="{FF2B5EF4-FFF2-40B4-BE49-F238E27FC236}">
                <a16:creationId xmlns:a16="http://schemas.microsoft.com/office/drawing/2014/main" id="{0A10D3C7-AD2E-460A-89C9-DA53E882639C}"/>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6" name="Google Shape;26;p16">
            <a:extLst xmlns:a="http://schemas.openxmlformats.org/drawingml/2006/main">
              <a:ext uri="{FF2B5EF4-FFF2-40B4-BE49-F238E27FC236}">
                <a16:creationId xmlns:a16="http://schemas.microsoft.com/office/drawing/2014/main" id="{4B497009-D42A-4619-86D1-54C9CB53BE28}"/>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7" name="Google Shape;27;p16">
            <a:extLst xmlns:a="http://schemas.openxmlformats.org/drawingml/2006/main">
              <a:ext uri="{FF2B5EF4-FFF2-40B4-BE49-F238E27FC236}">
                <a16:creationId xmlns:a16="http://schemas.microsoft.com/office/drawing/2014/main" id="{703B43CE-CBF9-4B37-B297-F43A685BD256}"/>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29" name="Google Shape;29;p17">
            <a:extLst xmlns:a="http://schemas.openxmlformats.org/drawingml/2006/main">
              <a:ext uri="{FF2B5EF4-FFF2-40B4-BE49-F238E27FC236}">
                <a16:creationId xmlns:a16="http://schemas.microsoft.com/office/drawing/2014/main" id="{3BCB3532-2E59-486C-AECD-246EC4DDC29E}"/>
              </a:ext>
            </a:extLst>
          </p:cNvPr>
          <p:cNvSpPr>
            <a:spLocks xmlns:a="http://schemas.openxmlformats.org/drawingml/2006/main" noGrp="1"/>
          </p:cNvSpPr>
          <p:nvPr>
            <p:ph type="title" idx="0"/>
          </p:nvPr>
        </p:nvSpPr>
        <p:spPr>
          <a:xfrm xmlns:a="http://schemas.openxmlformats.org/drawingml/2006/main">
            <a:off x="831850" y="1709738"/>
            <a:ext cx="10515600" cy="28527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90000"/>
              </a:lnSpc>
              <a:spcBef>
                <a:spcPts val="0"/>
              </a:spcBef>
              <a:spcAft>
                <a:spcPts val="0"/>
              </a:spcAft>
              <a:buClr>
                <a:schemeClr val="dk1"/>
              </a:buClr>
              <a:buSzPts val="6000"/>
              <a:buFont typeface="Calibri"/>
              <a:buNone/>
              <a:defRPr sz="6000"/>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30" name="Google Shape;30;p17">
            <a:extLst xmlns:a="http://schemas.openxmlformats.org/drawingml/2006/main">
              <a:ext uri="{FF2B5EF4-FFF2-40B4-BE49-F238E27FC236}">
                <a16:creationId xmlns:a16="http://schemas.microsoft.com/office/drawing/2014/main" id="{FC7ABF28-338A-44EA-864C-28F0248A4C8D}"/>
              </a:ext>
            </a:extLst>
          </p:cNvPr>
          <p:cNvSpPr>
            <a:spLocks xmlns:a="http://schemas.openxmlformats.org/drawingml/2006/main" noGrp="1"/>
          </p:cNvSpPr>
          <p:nvPr>
            <p:ph type="body" idx="1"/>
          </p:nvPr>
        </p:nvSpPr>
        <p:spPr>
          <a:xfrm xmlns:a="http://schemas.openxmlformats.org/drawingml/2006/main">
            <a:off x="831850" y="4589463"/>
            <a:ext cx="10515600" cy="15001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90000"/>
              </a:lnSpc>
              <a:spcBef>
                <a:spcPts val="1000"/>
              </a:spcBef>
              <a:spcAft>
                <a:spcPts val="0"/>
              </a:spcAft>
              <a:buClr>
                <a:srgbClr val="888888"/>
              </a:buClr>
              <a:buSzPts val="2400"/>
              <a:buNone/>
              <a:defRPr sz="2400">
                <a:solidFill>
                  <a:srgbClr val="888888"/>
                </a:solidFill>
              </a:defRPr>
            </a:lvl1pPr>
            <a:lvl2pPr marL="914400" indent="-228600" algn="l">
              <a:lnSpc>
                <a:spcPct val="90000"/>
              </a:lnSpc>
              <a:spcBef>
                <a:spcPts val="500"/>
              </a:spcBef>
              <a:spcAft>
                <a:spcPts val="0"/>
              </a:spcAft>
              <a:buClr>
                <a:srgbClr val="888888"/>
              </a:buClr>
              <a:buSzPts val="2000"/>
              <a:buNone/>
              <a:defRPr sz="2000">
                <a:solidFill>
                  <a:srgbClr val="888888"/>
                </a:solidFill>
              </a:defRPr>
            </a:lvl2pPr>
            <a:lvl3pPr marL="1371600" indent="-228600" algn="l">
              <a:lnSpc>
                <a:spcPct val="90000"/>
              </a:lnSpc>
              <a:spcBef>
                <a:spcPts val="500"/>
              </a:spcBef>
              <a:spcAft>
                <a:spcPts val="0"/>
              </a:spcAft>
              <a:buClr>
                <a:srgbClr val="888888"/>
              </a:buClr>
              <a:buSzPts val="1800"/>
              <a:buNone/>
              <a:defRPr sz="1800">
                <a:solidFill>
                  <a:srgbClr val="888888"/>
                </a:solidFill>
              </a:defRPr>
            </a:lvl3pPr>
            <a:lvl4pPr marL="1828800" indent="-228600" algn="l">
              <a:lnSpc>
                <a:spcPct val="90000"/>
              </a:lnSpc>
              <a:spcBef>
                <a:spcPts val="500"/>
              </a:spcBef>
              <a:spcAft>
                <a:spcPts val="0"/>
              </a:spcAft>
              <a:buClr>
                <a:srgbClr val="888888"/>
              </a:buClr>
              <a:buSzPts val="1600"/>
              <a:buNone/>
              <a:defRPr sz="1600">
                <a:solidFill>
                  <a:srgbClr val="888888"/>
                </a:solidFill>
              </a:defRPr>
            </a:lvl4pPr>
            <a:lvl5pPr marL="2286000" indent="-228600" algn="l">
              <a:lnSpc>
                <a:spcPct val="90000"/>
              </a:lnSpc>
              <a:spcBef>
                <a:spcPts val="500"/>
              </a:spcBef>
              <a:spcAft>
                <a:spcPts val="0"/>
              </a:spcAft>
              <a:buClr>
                <a:srgbClr val="888888"/>
              </a:buClr>
              <a:buSzPts val="1600"/>
              <a:buNone/>
              <a:defRPr sz="1600">
                <a:solidFill>
                  <a:srgbClr val="888888"/>
                </a:solidFill>
              </a:defRPr>
            </a:lvl5pPr>
            <a:lvl6pPr marL="2743200" indent="-228600" algn="l">
              <a:lnSpc>
                <a:spcPct val="90000"/>
              </a:lnSpc>
              <a:spcBef>
                <a:spcPts val="500"/>
              </a:spcBef>
              <a:spcAft>
                <a:spcPts val="0"/>
              </a:spcAft>
              <a:buClr>
                <a:srgbClr val="888888"/>
              </a:buClr>
              <a:buSzPts val="1600"/>
              <a:buNone/>
              <a:defRPr sz="1600">
                <a:solidFill>
                  <a:srgbClr val="888888"/>
                </a:solidFill>
              </a:defRPr>
            </a:lvl6pPr>
            <a:lvl7pPr marL="3200400" indent="-228600" algn="l">
              <a:lnSpc>
                <a:spcPct val="90000"/>
              </a:lnSpc>
              <a:spcBef>
                <a:spcPts val="500"/>
              </a:spcBef>
              <a:spcAft>
                <a:spcPts val="0"/>
              </a:spcAft>
              <a:buClr>
                <a:srgbClr val="888888"/>
              </a:buClr>
              <a:buSzPts val="1600"/>
              <a:buNone/>
              <a:defRPr sz="1600">
                <a:solidFill>
                  <a:srgbClr val="888888"/>
                </a:solidFill>
              </a:defRPr>
            </a:lvl7pPr>
            <a:lvl8pPr marL="3657600" indent="-228600" algn="l">
              <a:lnSpc>
                <a:spcPct val="90000"/>
              </a:lnSpc>
              <a:spcBef>
                <a:spcPts val="500"/>
              </a:spcBef>
              <a:spcAft>
                <a:spcPts val="0"/>
              </a:spcAft>
              <a:buClr>
                <a:srgbClr val="888888"/>
              </a:buClr>
              <a:buSzPts val="1600"/>
              <a:buNone/>
              <a:defRPr sz="1600">
                <a:solidFill>
                  <a:srgbClr val="888888"/>
                </a:solidFill>
              </a:defRPr>
            </a:lvl8pPr>
            <a:lvl9pPr marL="4114800" indent="-228600" algn="l">
              <a:lnSpc>
                <a:spcPct val="90000"/>
              </a:lnSpc>
              <a:spcBef>
                <a:spcPts val="500"/>
              </a:spcBef>
              <a:spcAft>
                <a:spcPts val="0"/>
              </a:spcAft>
              <a:buClr>
                <a:srgbClr val="888888"/>
              </a:buClr>
              <a:buSzPts val="1600"/>
              <a:buNone/>
              <a:defRPr sz="1600">
                <a:solidFill>
                  <a:srgbClr val="888888"/>
                </a:solidFill>
              </a:defRPr>
            </a:lvl9pPr>
          </a:lstStyle>
          <a:p xmlns:a="http://schemas.openxmlformats.org/drawingml/2006/main"/>
        </p:txBody>
      </p:sp>
      <p:sp>
        <p:nvSpPr>
          <p:cNvPr id="31" name="Google Shape;31;p17">
            <a:extLst xmlns:a="http://schemas.openxmlformats.org/drawingml/2006/main">
              <a:ext uri="{FF2B5EF4-FFF2-40B4-BE49-F238E27FC236}">
                <a16:creationId xmlns:a16="http://schemas.microsoft.com/office/drawing/2014/main" id="{77F21FD5-704A-4A9F-8647-6E8F2D1870E8}"/>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2" name="Google Shape;32;p17">
            <a:extLst xmlns:a="http://schemas.openxmlformats.org/drawingml/2006/main">
              <a:ext uri="{FF2B5EF4-FFF2-40B4-BE49-F238E27FC236}">
                <a16:creationId xmlns:a16="http://schemas.microsoft.com/office/drawing/2014/main" id="{15DFAED1-0E78-48DE-BD25-D5A0F78D5085}"/>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3" name="Google Shape;33;p17">
            <a:extLst xmlns:a="http://schemas.openxmlformats.org/drawingml/2006/main">
              <a:ext uri="{FF2B5EF4-FFF2-40B4-BE49-F238E27FC236}">
                <a16:creationId xmlns:a16="http://schemas.microsoft.com/office/drawing/2014/main" id="{134A1BC5-6FEB-4DC3-BA28-73B1281A04E7}"/>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35" name="Google Shape;35;p18">
            <a:extLst xmlns:a="http://schemas.openxmlformats.org/drawingml/2006/main">
              <a:ext uri="{FF2B5EF4-FFF2-40B4-BE49-F238E27FC236}">
                <a16:creationId xmlns:a16="http://schemas.microsoft.com/office/drawing/2014/main" id="{71448BB5-123D-4296-BB1F-412D7F89714B}"/>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36" name="Google Shape;36;p18">
            <a:extLst xmlns:a="http://schemas.openxmlformats.org/drawingml/2006/main">
              <a:ext uri="{FF2B5EF4-FFF2-40B4-BE49-F238E27FC236}">
                <a16:creationId xmlns:a16="http://schemas.microsoft.com/office/drawing/2014/main" id="{3137F8C5-0FC0-4E18-9F3F-FC798A09510A}"/>
              </a:ext>
            </a:extLst>
          </p:cNvPr>
          <p:cNvSpPr>
            <a:spLocks xmlns:a="http://schemas.openxmlformats.org/drawingml/2006/main" noGrp="1"/>
          </p:cNvSpPr>
          <p:nvPr>
            <p:ph type="body" idx="1"/>
          </p:nvPr>
        </p:nvSpPr>
        <p:spPr>
          <a:xfrm xmlns:a="http://schemas.openxmlformats.org/drawingml/2006/main">
            <a:off x="838200" y="1825625"/>
            <a:ext cx="5181600" cy="43513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p:txBody>
      </p:sp>
      <p:sp>
        <p:nvSpPr>
          <p:cNvPr id="37" name="Google Shape;37;p18">
            <a:extLst xmlns:a="http://schemas.openxmlformats.org/drawingml/2006/main">
              <a:ext uri="{FF2B5EF4-FFF2-40B4-BE49-F238E27FC236}">
                <a16:creationId xmlns:a16="http://schemas.microsoft.com/office/drawing/2014/main" id="{FA99A996-71B3-4DAC-B05C-5E7506587B51}"/>
              </a:ext>
            </a:extLst>
          </p:cNvPr>
          <p:cNvSpPr>
            <a:spLocks xmlns:a="http://schemas.openxmlformats.org/drawingml/2006/main" noGrp="1"/>
          </p:cNvSpPr>
          <p:nvPr>
            <p:ph type="body" idx="2"/>
          </p:nvPr>
        </p:nvSpPr>
        <p:spPr>
          <a:xfrm xmlns:a="http://schemas.openxmlformats.org/drawingml/2006/main">
            <a:off x="6172200" y="1825625"/>
            <a:ext cx="5181600" cy="43513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p:txBody>
      </p:sp>
      <p:sp>
        <p:nvSpPr>
          <p:cNvPr id="38" name="Google Shape;38;p18">
            <a:extLst xmlns:a="http://schemas.openxmlformats.org/drawingml/2006/main">
              <a:ext uri="{FF2B5EF4-FFF2-40B4-BE49-F238E27FC236}">
                <a16:creationId xmlns:a16="http://schemas.microsoft.com/office/drawing/2014/main" id="{C854B5CD-078D-4731-A3CB-6030CDA4E0C4}"/>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9" name="Google Shape;39;p18">
            <a:extLst xmlns:a="http://schemas.openxmlformats.org/drawingml/2006/main">
              <a:ext uri="{FF2B5EF4-FFF2-40B4-BE49-F238E27FC236}">
                <a16:creationId xmlns:a16="http://schemas.microsoft.com/office/drawing/2014/main" id="{5C59D1B2-DD0C-4201-95B7-8D4AF37242D9}"/>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0" name="Google Shape;40;p18">
            <a:extLst xmlns:a="http://schemas.openxmlformats.org/drawingml/2006/main">
              <a:ext uri="{FF2B5EF4-FFF2-40B4-BE49-F238E27FC236}">
                <a16:creationId xmlns:a16="http://schemas.microsoft.com/office/drawing/2014/main" id="{0E023299-1B27-4583-8078-9DBB687D055E}"/>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42" name="Google Shape;42;p19">
            <a:extLst xmlns:a="http://schemas.openxmlformats.org/drawingml/2006/main">
              <a:ext uri="{FF2B5EF4-FFF2-40B4-BE49-F238E27FC236}">
                <a16:creationId xmlns:a16="http://schemas.microsoft.com/office/drawing/2014/main" id="{3598733E-DF10-4C1E-BFBD-82CEFFF4A582}"/>
              </a:ext>
            </a:extLst>
          </p:cNvPr>
          <p:cNvSpPr>
            <a:spLocks xmlns:a="http://schemas.openxmlformats.org/drawingml/2006/main" noGrp="1"/>
          </p:cNvSpPr>
          <p:nvPr>
            <p:ph type="title" idx="0"/>
          </p:nvPr>
        </p:nvSpPr>
        <p:spPr>
          <a:xfrm xmlns:a="http://schemas.openxmlformats.org/drawingml/2006/main">
            <a:off x="839788" y="365125"/>
            <a:ext cx="10515600"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43" name="Google Shape;43;p19">
            <a:extLst xmlns:a="http://schemas.openxmlformats.org/drawingml/2006/main">
              <a:ext uri="{FF2B5EF4-FFF2-40B4-BE49-F238E27FC236}">
                <a16:creationId xmlns:a16="http://schemas.microsoft.com/office/drawing/2014/main" id="{6DA01FFE-EEB4-4671-85D8-8B54AE56978F}"/>
              </a:ext>
            </a:extLst>
          </p:cNvPr>
          <p:cNvSpPr>
            <a:spLocks xmlns:a="http://schemas.openxmlformats.org/drawingml/2006/main" noGrp="1"/>
          </p:cNvSpPr>
          <p:nvPr>
            <p:ph type="body" idx="1"/>
          </p:nvPr>
        </p:nvSpPr>
        <p:spPr>
          <a:xfrm xmlns:a="http://schemas.openxmlformats.org/drawingml/2006/main">
            <a:off x="839788" y="1681163"/>
            <a:ext cx="5157787" cy="823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lnSpc>
                <a:spcPct val="90000"/>
              </a:lnSpc>
              <a:spcBef>
                <a:spcPts val="1000"/>
              </a:spcBef>
              <a:spcAft>
                <a:spcPts val="0"/>
              </a:spcAft>
              <a:buClr>
                <a:schemeClr val="dk1"/>
              </a:buClr>
              <a:buSzPts val="2400"/>
              <a:buNone/>
              <a:defRPr sz="2400" b="1"/>
            </a:lvl1pPr>
            <a:lvl2pPr marL="914400" indent="-228600" algn="l">
              <a:lnSpc>
                <a:spcPct val="90000"/>
              </a:lnSpc>
              <a:spcBef>
                <a:spcPts val="500"/>
              </a:spcBef>
              <a:spcAft>
                <a:spcPts val="0"/>
              </a:spcAft>
              <a:buClr>
                <a:schemeClr val="dk1"/>
              </a:buClr>
              <a:buSzPts val="2000"/>
              <a:buNone/>
              <a:defRPr sz="2000" b="1"/>
            </a:lvl2pPr>
            <a:lvl3pPr marL="1371600" indent="-228600" algn="l">
              <a:lnSpc>
                <a:spcPct val="90000"/>
              </a:lnSpc>
              <a:spcBef>
                <a:spcPts val="500"/>
              </a:spcBef>
              <a:spcAft>
                <a:spcPts val="0"/>
              </a:spcAft>
              <a:buClr>
                <a:schemeClr val="dk1"/>
              </a:buClr>
              <a:buSzPts val="1800"/>
              <a:buNone/>
              <a:defRPr sz="1800" b="1"/>
            </a:lvl3pPr>
            <a:lvl4pPr marL="1828800" indent="-228600" algn="l">
              <a:lnSpc>
                <a:spcPct val="90000"/>
              </a:lnSpc>
              <a:spcBef>
                <a:spcPts val="500"/>
              </a:spcBef>
              <a:spcAft>
                <a:spcPts val="0"/>
              </a:spcAft>
              <a:buClr>
                <a:schemeClr val="dk1"/>
              </a:buClr>
              <a:buSzPts val="1600"/>
              <a:buNone/>
              <a:defRPr sz="1600" b="1"/>
            </a:lvl4pPr>
            <a:lvl5pPr marL="2286000" indent="-228600" algn="l">
              <a:lnSpc>
                <a:spcPct val="90000"/>
              </a:lnSpc>
              <a:spcBef>
                <a:spcPts val="500"/>
              </a:spcBef>
              <a:spcAft>
                <a:spcPts val="0"/>
              </a:spcAft>
              <a:buClr>
                <a:schemeClr val="dk1"/>
              </a:buClr>
              <a:buSzPts val="1600"/>
              <a:buNone/>
              <a:defRPr sz="1600" b="1"/>
            </a:lvl5pPr>
            <a:lvl6pPr marL="2743200" indent="-228600" algn="l">
              <a:lnSpc>
                <a:spcPct val="90000"/>
              </a:lnSpc>
              <a:spcBef>
                <a:spcPts val="500"/>
              </a:spcBef>
              <a:spcAft>
                <a:spcPts val="0"/>
              </a:spcAft>
              <a:buClr>
                <a:schemeClr val="dk1"/>
              </a:buClr>
              <a:buSzPts val="1600"/>
              <a:buNone/>
              <a:defRPr sz="1600" b="1"/>
            </a:lvl6pPr>
            <a:lvl7pPr marL="3200400" indent="-228600" algn="l">
              <a:lnSpc>
                <a:spcPct val="90000"/>
              </a:lnSpc>
              <a:spcBef>
                <a:spcPts val="500"/>
              </a:spcBef>
              <a:spcAft>
                <a:spcPts val="0"/>
              </a:spcAft>
              <a:buClr>
                <a:schemeClr val="dk1"/>
              </a:buClr>
              <a:buSzPts val="1600"/>
              <a:buNone/>
              <a:defRPr sz="1600" b="1"/>
            </a:lvl7pPr>
            <a:lvl8pPr marL="3657600" indent="-228600" algn="l">
              <a:lnSpc>
                <a:spcPct val="90000"/>
              </a:lnSpc>
              <a:spcBef>
                <a:spcPts val="500"/>
              </a:spcBef>
              <a:spcAft>
                <a:spcPts val="0"/>
              </a:spcAft>
              <a:buClr>
                <a:schemeClr val="dk1"/>
              </a:buClr>
              <a:buSzPts val="1600"/>
              <a:buNone/>
              <a:defRPr sz="1600" b="1"/>
            </a:lvl8pPr>
            <a:lvl9pPr marL="4114800" indent="-228600" algn="l">
              <a:lnSpc>
                <a:spcPct val="90000"/>
              </a:lnSpc>
              <a:spcBef>
                <a:spcPts val="500"/>
              </a:spcBef>
              <a:spcAft>
                <a:spcPts val="0"/>
              </a:spcAft>
              <a:buClr>
                <a:schemeClr val="dk1"/>
              </a:buClr>
              <a:buSzPts val="1600"/>
              <a:buNone/>
              <a:defRPr sz="1600" b="1"/>
            </a:lvl9pPr>
          </a:lstStyle>
          <a:p xmlns:a="http://schemas.openxmlformats.org/drawingml/2006/main"/>
        </p:txBody>
      </p:sp>
      <p:sp>
        <p:nvSpPr>
          <p:cNvPr id="44" name="Google Shape;44;p19">
            <a:extLst xmlns:a="http://schemas.openxmlformats.org/drawingml/2006/main">
              <a:ext uri="{FF2B5EF4-FFF2-40B4-BE49-F238E27FC236}">
                <a16:creationId xmlns:a16="http://schemas.microsoft.com/office/drawing/2014/main" id="{38CCD068-C916-4BD6-A258-DE6B8009B46F}"/>
              </a:ext>
            </a:extLst>
          </p:cNvPr>
          <p:cNvSpPr>
            <a:spLocks xmlns:a="http://schemas.openxmlformats.org/drawingml/2006/main" noGrp="1"/>
          </p:cNvSpPr>
          <p:nvPr>
            <p:ph type="body" idx="2"/>
          </p:nvPr>
        </p:nvSpPr>
        <p:spPr>
          <a:xfrm xmlns:a="http://schemas.openxmlformats.org/drawingml/2006/main">
            <a:off x="839788" y="2505075"/>
            <a:ext cx="5157787" cy="36845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p:txBody>
      </p:sp>
      <p:sp>
        <p:nvSpPr>
          <p:cNvPr id="45" name="Google Shape;45;p19">
            <a:extLst xmlns:a="http://schemas.openxmlformats.org/drawingml/2006/main">
              <a:ext uri="{FF2B5EF4-FFF2-40B4-BE49-F238E27FC236}">
                <a16:creationId xmlns:a16="http://schemas.microsoft.com/office/drawing/2014/main" id="{494A4307-EB07-4AAD-A973-1055353E0939}"/>
              </a:ext>
            </a:extLst>
          </p:cNvPr>
          <p:cNvSpPr>
            <a:spLocks xmlns:a="http://schemas.openxmlformats.org/drawingml/2006/main" noGrp="1"/>
          </p:cNvSpPr>
          <p:nvPr>
            <p:ph type="body" idx="3"/>
          </p:nvPr>
        </p:nvSpPr>
        <p:spPr>
          <a:xfrm xmlns:a="http://schemas.openxmlformats.org/drawingml/2006/main">
            <a:off x="6172200" y="1681163"/>
            <a:ext cx="5183188" cy="823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lnSpc>
                <a:spcPct val="90000"/>
              </a:lnSpc>
              <a:spcBef>
                <a:spcPts val="1000"/>
              </a:spcBef>
              <a:spcAft>
                <a:spcPts val="0"/>
              </a:spcAft>
              <a:buClr>
                <a:schemeClr val="dk1"/>
              </a:buClr>
              <a:buSzPts val="2400"/>
              <a:buNone/>
              <a:defRPr sz="2400" b="1"/>
            </a:lvl1pPr>
            <a:lvl2pPr marL="914400" indent="-228600" algn="l">
              <a:lnSpc>
                <a:spcPct val="90000"/>
              </a:lnSpc>
              <a:spcBef>
                <a:spcPts val="500"/>
              </a:spcBef>
              <a:spcAft>
                <a:spcPts val="0"/>
              </a:spcAft>
              <a:buClr>
                <a:schemeClr val="dk1"/>
              </a:buClr>
              <a:buSzPts val="2000"/>
              <a:buNone/>
              <a:defRPr sz="2000" b="1"/>
            </a:lvl2pPr>
            <a:lvl3pPr marL="1371600" indent="-228600" algn="l">
              <a:lnSpc>
                <a:spcPct val="90000"/>
              </a:lnSpc>
              <a:spcBef>
                <a:spcPts val="500"/>
              </a:spcBef>
              <a:spcAft>
                <a:spcPts val="0"/>
              </a:spcAft>
              <a:buClr>
                <a:schemeClr val="dk1"/>
              </a:buClr>
              <a:buSzPts val="1800"/>
              <a:buNone/>
              <a:defRPr sz="1800" b="1"/>
            </a:lvl3pPr>
            <a:lvl4pPr marL="1828800" indent="-228600" algn="l">
              <a:lnSpc>
                <a:spcPct val="90000"/>
              </a:lnSpc>
              <a:spcBef>
                <a:spcPts val="500"/>
              </a:spcBef>
              <a:spcAft>
                <a:spcPts val="0"/>
              </a:spcAft>
              <a:buClr>
                <a:schemeClr val="dk1"/>
              </a:buClr>
              <a:buSzPts val="1600"/>
              <a:buNone/>
              <a:defRPr sz="1600" b="1"/>
            </a:lvl4pPr>
            <a:lvl5pPr marL="2286000" indent="-228600" algn="l">
              <a:lnSpc>
                <a:spcPct val="90000"/>
              </a:lnSpc>
              <a:spcBef>
                <a:spcPts val="500"/>
              </a:spcBef>
              <a:spcAft>
                <a:spcPts val="0"/>
              </a:spcAft>
              <a:buClr>
                <a:schemeClr val="dk1"/>
              </a:buClr>
              <a:buSzPts val="1600"/>
              <a:buNone/>
              <a:defRPr sz="1600" b="1"/>
            </a:lvl5pPr>
            <a:lvl6pPr marL="2743200" indent="-228600" algn="l">
              <a:lnSpc>
                <a:spcPct val="90000"/>
              </a:lnSpc>
              <a:spcBef>
                <a:spcPts val="500"/>
              </a:spcBef>
              <a:spcAft>
                <a:spcPts val="0"/>
              </a:spcAft>
              <a:buClr>
                <a:schemeClr val="dk1"/>
              </a:buClr>
              <a:buSzPts val="1600"/>
              <a:buNone/>
              <a:defRPr sz="1600" b="1"/>
            </a:lvl6pPr>
            <a:lvl7pPr marL="3200400" indent="-228600" algn="l">
              <a:lnSpc>
                <a:spcPct val="90000"/>
              </a:lnSpc>
              <a:spcBef>
                <a:spcPts val="500"/>
              </a:spcBef>
              <a:spcAft>
                <a:spcPts val="0"/>
              </a:spcAft>
              <a:buClr>
                <a:schemeClr val="dk1"/>
              </a:buClr>
              <a:buSzPts val="1600"/>
              <a:buNone/>
              <a:defRPr sz="1600" b="1"/>
            </a:lvl7pPr>
            <a:lvl8pPr marL="3657600" indent="-228600" algn="l">
              <a:lnSpc>
                <a:spcPct val="90000"/>
              </a:lnSpc>
              <a:spcBef>
                <a:spcPts val="500"/>
              </a:spcBef>
              <a:spcAft>
                <a:spcPts val="0"/>
              </a:spcAft>
              <a:buClr>
                <a:schemeClr val="dk1"/>
              </a:buClr>
              <a:buSzPts val="1600"/>
              <a:buNone/>
              <a:defRPr sz="1600" b="1"/>
            </a:lvl8pPr>
            <a:lvl9pPr marL="4114800" indent="-228600" algn="l">
              <a:lnSpc>
                <a:spcPct val="90000"/>
              </a:lnSpc>
              <a:spcBef>
                <a:spcPts val="500"/>
              </a:spcBef>
              <a:spcAft>
                <a:spcPts val="0"/>
              </a:spcAft>
              <a:buClr>
                <a:schemeClr val="dk1"/>
              </a:buClr>
              <a:buSzPts val="1600"/>
              <a:buNone/>
              <a:defRPr sz="1600" b="1"/>
            </a:lvl9pPr>
          </a:lstStyle>
          <a:p xmlns:a="http://schemas.openxmlformats.org/drawingml/2006/main"/>
        </p:txBody>
      </p:sp>
      <p:sp>
        <p:nvSpPr>
          <p:cNvPr id="46" name="Google Shape;46;p19">
            <a:extLst xmlns:a="http://schemas.openxmlformats.org/drawingml/2006/main">
              <a:ext uri="{FF2B5EF4-FFF2-40B4-BE49-F238E27FC236}">
                <a16:creationId xmlns:a16="http://schemas.microsoft.com/office/drawing/2014/main" id="{B59BA154-1C9E-485C-8EEC-D486018F3156}"/>
              </a:ext>
            </a:extLst>
          </p:cNvPr>
          <p:cNvSpPr>
            <a:spLocks xmlns:a="http://schemas.openxmlformats.org/drawingml/2006/main" noGrp="1"/>
          </p:cNvSpPr>
          <p:nvPr>
            <p:ph type="body" idx="4"/>
          </p:nvPr>
        </p:nvSpPr>
        <p:spPr>
          <a:xfrm xmlns:a="http://schemas.openxmlformats.org/drawingml/2006/main">
            <a:off x="6172200" y="2505075"/>
            <a:ext cx="5183188" cy="36845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p:txBody>
      </p:sp>
      <p:sp>
        <p:nvSpPr>
          <p:cNvPr id="47" name="Google Shape;47;p19">
            <a:extLst xmlns:a="http://schemas.openxmlformats.org/drawingml/2006/main">
              <a:ext uri="{FF2B5EF4-FFF2-40B4-BE49-F238E27FC236}">
                <a16:creationId xmlns:a16="http://schemas.microsoft.com/office/drawing/2014/main" id="{2FAEB82B-0777-4967-831A-931F56EA6653}"/>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8" name="Google Shape;48;p19">
            <a:extLst xmlns:a="http://schemas.openxmlformats.org/drawingml/2006/main">
              <a:ext uri="{FF2B5EF4-FFF2-40B4-BE49-F238E27FC236}">
                <a16:creationId xmlns:a16="http://schemas.microsoft.com/office/drawing/2014/main" id="{67CA4B44-241E-45DC-BB35-631BF0E0F0A1}"/>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9" name="Google Shape;49;p19">
            <a:extLst xmlns:a="http://schemas.openxmlformats.org/drawingml/2006/main">
              <a:ext uri="{FF2B5EF4-FFF2-40B4-BE49-F238E27FC236}">
                <a16:creationId xmlns:a16="http://schemas.microsoft.com/office/drawing/2014/main" id="{4B7AB071-17D5-4DF8-922A-264502F658E7}"/>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51" name="Google Shape;51;p20">
            <a:extLst xmlns:a="http://schemas.openxmlformats.org/drawingml/2006/main">
              <a:ext uri="{FF2B5EF4-FFF2-40B4-BE49-F238E27FC236}">
                <a16:creationId xmlns:a16="http://schemas.microsoft.com/office/drawing/2014/main" id="{C0179EEA-A72D-4C0B-8035-C79B7D18F4B7}"/>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52" name="Google Shape;52;p20">
            <a:extLst xmlns:a="http://schemas.openxmlformats.org/drawingml/2006/main">
              <a:ext uri="{FF2B5EF4-FFF2-40B4-BE49-F238E27FC236}">
                <a16:creationId xmlns:a16="http://schemas.microsoft.com/office/drawing/2014/main" id="{C34D43F2-5BB2-45ED-9D41-E89030E2B95A}"/>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3" name="Google Shape;53;p20">
            <a:extLst xmlns:a="http://schemas.openxmlformats.org/drawingml/2006/main">
              <a:ext uri="{FF2B5EF4-FFF2-40B4-BE49-F238E27FC236}">
                <a16:creationId xmlns:a16="http://schemas.microsoft.com/office/drawing/2014/main" id="{BFDCA7B6-F0F7-4F66-89C6-A7565608AC91}"/>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4" name="Google Shape;54;p20">
            <a:extLst xmlns:a="http://schemas.openxmlformats.org/drawingml/2006/main">
              <a:ext uri="{FF2B5EF4-FFF2-40B4-BE49-F238E27FC236}">
                <a16:creationId xmlns:a16="http://schemas.microsoft.com/office/drawing/2014/main" id="{ECF927E0-657C-46EB-89F8-F493282D5331}"/>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56" name="Google Shape;56;p21">
            <a:extLst xmlns:a="http://schemas.openxmlformats.org/drawingml/2006/main">
              <a:ext uri="{FF2B5EF4-FFF2-40B4-BE49-F238E27FC236}">
                <a16:creationId xmlns:a16="http://schemas.microsoft.com/office/drawing/2014/main" id="{948A715C-FD7C-48F7-8E79-55B67AAE9A14}"/>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7" name="Google Shape;57;p21">
            <a:extLst xmlns:a="http://schemas.openxmlformats.org/drawingml/2006/main">
              <a:ext uri="{FF2B5EF4-FFF2-40B4-BE49-F238E27FC236}">
                <a16:creationId xmlns:a16="http://schemas.microsoft.com/office/drawing/2014/main" id="{EAC5D298-3489-439E-BD1C-164E4B7F9C1F}"/>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8" name="Google Shape;58;p21">
            <a:extLst xmlns:a="http://schemas.openxmlformats.org/drawingml/2006/main">
              <a:ext uri="{FF2B5EF4-FFF2-40B4-BE49-F238E27FC236}">
                <a16:creationId xmlns:a16="http://schemas.microsoft.com/office/drawing/2014/main" id="{CD136384-28CB-4249-8E8B-4BC4ED02B846}"/>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0" name="Google Shape;60;p22">
            <a:extLst xmlns:a="http://schemas.openxmlformats.org/drawingml/2006/main">
              <a:ext uri="{FF2B5EF4-FFF2-40B4-BE49-F238E27FC236}">
                <a16:creationId xmlns:a16="http://schemas.microsoft.com/office/drawing/2014/main" id="{9569B1EA-C332-4A66-B399-A43BDAA7F85A}"/>
              </a:ext>
            </a:extLst>
          </p:cNvPr>
          <p:cNvSpPr>
            <a:spLocks xmlns:a="http://schemas.openxmlformats.org/drawingml/2006/main" noGrp="1"/>
          </p:cNvSpPr>
          <p:nvPr>
            <p:ph type="title" idx="0"/>
          </p:nvPr>
        </p:nvSpPr>
        <p:spPr>
          <a:xfrm xmlns:a="http://schemas.openxmlformats.org/drawingml/2006/main">
            <a:off x="839788" y="457200"/>
            <a:ext cx="3932237" cy="16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90000"/>
              </a:lnSpc>
              <a:spcBef>
                <a:spcPts val="0"/>
              </a:spcBef>
              <a:spcAft>
                <a:spcPts val="0"/>
              </a:spcAft>
              <a:buClr>
                <a:schemeClr val="dk1"/>
              </a:buClr>
              <a:buSzPts val="3200"/>
              <a:buFont typeface="Calibri"/>
              <a:buNone/>
              <a:defRPr sz="3200"/>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61" name="Google Shape;61;p22">
            <a:extLst xmlns:a="http://schemas.openxmlformats.org/drawingml/2006/main">
              <a:ext uri="{FF2B5EF4-FFF2-40B4-BE49-F238E27FC236}">
                <a16:creationId xmlns:a16="http://schemas.microsoft.com/office/drawing/2014/main" id="{006135FF-EF27-4C27-8AF5-4FAB842230DD}"/>
              </a:ext>
            </a:extLst>
          </p:cNvPr>
          <p:cNvSpPr>
            <a:spLocks xmlns:a="http://schemas.openxmlformats.org/drawingml/2006/main" noGrp="1"/>
          </p:cNvSpPr>
          <p:nvPr>
            <p:ph type="body" idx="1"/>
          </p:nvPr>
        </p:nvSpPr>
        <p:spPr>
          <a:xfrm xmlns:a="http://schemas.openxmlformats.org/drawingml/2006/main">
            <a:off x="5183188" y="987425"/>
            <a:ext cx="6172200" cy="4873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31800" algn="l">
              <a:lnSpc>
                <a:spcPct val="90000"/>
              </a:lnSpc>
              <a:spcBef>
                <a:spcPts val="1000"/>
              </a:spcBef>
              <a:spcAft>
                <a:spcPts val="0"/>
              </a:spcAft>
              <a:buClr>
                <a:schemeClr val="dk1"/>
              </a:buClr>
              <a:buSzPts val="3200"/>
              <a:buChar char="•"/>
              <a:defRPr sz="3200"/>
            </a:lvl1pPr>
            <a:lvl2pPr marL="914400" indent="-406400" algn="l">
              <a:lnSpc>
                <a:spcPct val="90000"/>
              </a:lnSpc>
              <a:spcBef>
                <a:spcPts val="500"/>
              </a:spcBef>
              <a:spcAft>
                <a:spcPts val="0"/>
              </a:spcAft>
              <a:buClr>
                <a:schemeClr val="dk1"/>
              </a:buClr>
              <a:buSzPts val="2800"/>
              <a:buChar char="•"/>
              <a:defRPr sz="2800"/>
            </a:lvl2pPr>
            <a:lvl3pPr marL="1371600" indent="-381000" algn="l">
              <a:lnSpc>
                <a:spcPct val="90000"/>
              </a:lnSpc>
              <a:spcBef>
                <a:spcPts val="500"/>
              </a:spcBef>
              <a:spcAft>
                <a:spcPts val="0"/>
              </a:spcAft>
              <a:buClr>
                <a:schemeClr val="dk1"/>
              </a:buClr>
              <a:buSzPts val="2400"/>
              <a:buChar char="•"/>
              <a:defRPr sz="2400"/>
            </a:lvl3pPr>
            <a:lvl4pPr marL="1828800" indent="-355600" algn="l">
              <a:lnSpc>
                <a:spcPct val="90000"/>
              </a:lnSpc>
              <a:spcBef>
                <a:spcPts val="500"/>
              </a:spcBef>
              <a:spcAft>
                <a:spcPts val="0"/>
              </a:spcAft>
              <a:buClr>
                <a:schemeClr val="dk1"/>
              </a:buClr>
              <a:buSzPts val="2000"/>
              <a:buChar char="•"/>
              <a:defRPr sz="2000"/>
            </a:lvl4pPr>
            <a:lvl5pPr marL="2286000" indent="-355600" algn="l">
              <a:lnSpc>
                <a:spcPct val="90000"/>
              </a:lnSpc>
              <a:spcBef>
                <a:spcPts val="500"/>
              </a:spcBef>
              <a:spcAft>
                <a:spcPts val="0"/>
              </a:spcAft>
              <a:buClr>
                <a:schemeClr val="dk1"/>
              </a:buClr>
              <a:buSzPts val="2000"/>
              <a:buChar char="•"/>
              <a:defRPr sz="2000"/>
            </a:lvl5pPr>
            <a:lvl6pPr marL="2743200" indent="-355600" algn="l">
              <a:lnSpc>
                <a:spcPct val="90000"/>
              </a:lnSpc>
              <a:spcBef>
                <a:spcPts val="500"/>
              </a:spcBef>
              <a:spcAft>
                <a:spcPts val="0"/>
              </a:spcAft>
              <a:buClr>
                <a:schemeClr val="dk1"/>
              </a:buClr>
              <a:buSzPts val="2000"/>
              <a:buChar char="•"/>
              <a:defRPr sz="2000"/>
            </a:lvl6pPr>
            <a:lvl7pPr marL="3200400" indent="-355600" algn="l">
              <a:lnSpc>
                <a:spcPct val="90000"/>
              </a:lnSpc>
              <a:spcBef>
                <a:spcPts val="500"/>
              </a:spcBef>
              <a:spcAft>
                <a:spcPts val="0"/>
              </a:spcAft>
              <a:buClr>
                <a:schemeClr val="dk1"/>
              </a:buClr>
              <a:buSzPts val="2000"/>
              <a:buChar char="•"/>
              <a:defRPr sz="2000"/>
            </a:lvl7pPr>
            <a:lvl8pPr marL="3657600" indent="-355600" algn="l">
              <a:lnSpc>
                <a:spcPct val="90000"/>
              </a:lnSpc>
              <a:spcBef>
                <a:spcPts val="500"/>
              </a:spcBef>
              <a:spcAft>
                <a:spcPts val="0"/>
              </a:spcAft>
              <a:buClr>
                <a:schemeClr val="dk1"/>
              </a:buClr>
              <a:buSzPts val="2000"/>
              <a:buChar char="•"/>
              <a:defRPr sz="2000"/>
            </a:lvl8pPr>
            <a:lvl9pPr marL="4114800" indent="-355600" algn="l">
              <a:lnSpc>
                <a:spcPct val="90000"/>
              </a:lnSpc>
              <a:spcBef>
                <a:spcPts val="500"/>
              </a:spcBef>
              <a:spcAft>
                <a:spcPts val="0"/>
              </a:spcAft>
              <a:buClr>
                <a:schemeClr val="dk1"/>
              </a:buClr>
              <a:buSzPts val="2000"/>
              <a:buChar char="•"/>
              <a:defRPr sz="2000"/>
            </a:lvl9pPr>
          </a:lstStyle>
          <a:p xmlns:a="http://schemas.openxmlformats.org/drawingml/2006/main"/>
        </p:txBody>
      </p:sp>
      <p:sp>
        <p:nvSpPr>
          <p:cNvPr id="62" name="Google Shape;62;p22">
            <a:extLst xmlns:a="http://schemas.openxmlformats.org/drawingml/2006/main">
              <a:ext uri="{FF2B5EF4-FFF2-40B4-BE49-F238E27FC236}">
                <a16:creationId xmlns:a16="http://schemas.microsoft.com/office/drawing/2014/main" id="{C9C888E3-F4F0-4784-AEBA-45F68959F18D}"/>
              </a:ext>
            </a:extLst>
          </p:cNvPr>
          <p:cNvSpPr>
            <a:spLocks xmlns:a="http://schemas.openxmlformats.org/drawingml/2006/main" noGrp="1"/>
          </p:cNvSpPr>
          <p:nvPr>
            <p:ph type="body" idx="2"/>
          </p:nvPr>
        </p:nvSpPr>
        <p:spPr>
          <a:xfrm xmlns:a="http://schemas.openxmlformats.org/drawingml/2006/main">
            <a:off x="839788" y="2057400"/>
            <a:ext cx="3932237" cy="38115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90000"/>
              </a:lnSpc>
              <a:spcBef>
                <a:spcPts val="1000"/>
              </a:spcBef>
              <a:spcAft>
                <a:spcPts val="0"/>
              </a:spcAft>
              <a:buClr>
                <a:schemeClr val="dk1"/>
              </a:buClr>
              <a:buSzPts val="1600"/>
              <a:buNone/>
              <a:defRPr sz="1600"/>
            </a:lvl1pPr>
            <a:lvl2pPr marL="914400" indent="-228600" algn="l">
              <a:lnSpc>
                <a:spcPct val="90000"/>
              </a:lnSpc>
              <a:spcBef>
                <a:spcPts val="500"/>
              </a:spcBef>
              <a:spcAft>
                <a:spcPts val="0"/>
              </a:spcAft>
              <a:buClr>
                <a:schemeClr val="dk1"/>
              </a:buClr>
              <a:buSzPts val="1400"/>
              <a:buNone/>
              <a:defRPr sz="1400"/>
            </a:lvl2pPr>
            <a:lvl3pPr marL="1371600" indent="-228600" algn="l">
              <a:lnSpc>
                <a:spcPct val="90000"/>
              </a:lnSpc>
              <a:spcBef>
                <a:spcPts val="500"/>
              </a:spcBef>
              <a:spcAft>
                <a:spcPts val="0"/>
              </a:spcAft>
              <a:buClr>
                <a:schemeClr val="dk1"/>
              </a:buClr>
              <a:buSzPts val="1200"/>
              <a:buNone/>
              <a:defRPr sz="1200"/>
            </a:lvl3pPr>
            <a:lvl4pPr marL="1828800" indent="-228600" algn="l">
              <a:lnSpc>
                <a:spcPct val="90000"/>
              </a:lnSpc>
              <a:spcBef>
                <a:spcPts val="500"/>
              </a:spcBef>
              <a:spcAft>
                <a:spcPts val="0"/>
              </a:spcAft>
              <a:buClr>
                <a:schemeClr val="dk1"/>
              </a:buClr>
              <a:buSzPts val="1000"/>
              <a:buNone/>
              <a:defRPr sz="1000"/>
            </a:lvl4pPr>
            <a:lvl5pPr marL="2286000" indent="-228600" algn="l">
              <a:lnSpc>
                <a:spcPct val="90000"/>
              </a:lnSpc>
              <a:spcBef>
                <a:spcPts val="500"/>
              </a:spcBef>
              <a:spcAft>
                <a:spcPts val="0"/>
              </a:spcAft>
              <a:buClr>
                <a:schemeClr val="dk1"/>
              </a:buClr>
              <a:buSzPts val="1000"/>
              <a:buNone/>
              <a:defRPr sz="1000"/>
            </a:lvl5pPr>
            <a:lvl6pPr marL="2743200" indent="-228600" algn="l">
              <a:lnSpc>
                <a:spcPct val="90000"/>
              </a:lnSpc>
              <a:spcBef>
                <a:spcPts val="500"/>
              </a:spcBef>
              <a:spcAft>
                <a:spcPts val="0"/>
              </a:spcAft>
              <a:buClr>
                <a:schemeClr val="dk1"/>
              </a:buClr>
              <a:buSzPts val="1000"/>
              <a:buNone/>
              <a:defRPr sz="1000"/>
            </a:lvl6pPr>
            <a:lvl7pPr marL="3200400" indent="-228600" algn="l">
              <a:lnSpc>
                <a:spcPct val="90000"/>
              </a:lnSpc>
              <a:spcBef>
                <a:spcPts val="500"/>
              </a:spcBef>
              <a:spcAft>
                <a:spcPts val="0"/>
              </a:spcAft>
              <a:buClr>
                <a:schemeClr val="dk1"/>
              </a:buClr>
              <a:buSzPts val="1000"/>
              <a:buNone/>
              <a:defRPr sz="1000"/>
            </a:lvl7pPr>
            <a:lvl8pPr marL="3657600" indent="-228600" algn="l">
              <a:lnSpc>
                <a:spcPct val="90000"/>
              </a:lnSpc>
              <a:spcBef>
                <a:spcPts val="500"/>
              </a:spcBef>
              <a:spcAft>
                <a:spcPts val="0"/>
              </a:spcAft>
              <a:buClr>
                <a:schemeClr val="dk1"/>
              </a:buClr>
              <a:buSzPts val="1000"/>
              <a:buNone/>
              <a:defRPr sz="1000"/>
            </a:lvl8pPr>
            <a:lvl9pPr marL="4114800" indent="-228600" algn="l">
              <a:lnSpc>
                <a:spcPct val="90000"/>
              </a:lnSpc>
              <a:spcBef>
                <a:spcPts val="500"/>
              </a:spcBef>
              <a:spcAft>
                <a:spcPts val="0"/>
              </a:spcAft>
              <a:buClr>
                <a:schemeClr val="dk1"/>
              </a:buClr>
              <a:buSzPts val="1000"/>
              <a:buNone/>
              <a:defRPr sz="1000"/>
            </a:lvl9pPr>
          </a:lstStyle>
          <a:p xmlns:a="http://schemas.openxmlformats.org/drawingml/2006/main"/>
        </p:txBody>
      </p:sp>
      <p:sp>
        <p:nvSpPr>
          <p:cNvPr id="63" name="Google Shape;63;p22">
            <a:extLst xmlns:a="http://schemas.openxmlformats.org/drawingml/2006/main">
              <a:ext uri="{FF2B5EF4-FFF2-40B4-BE49-F238E27FC236}">
                <a16:creationId xmlns:a16="http://schemas.microsoft.com/office/drawing/2014/main" id="{A5B03F04-6006-4909-ADD0-459FF0437F1D}"/>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4" name="Google Shape;64;p22">
            <a:extLst xmlns:a="http://schemas.openxmlformats.org/drawingml/2006/main">
              <a:ext uri="{FF2B5EF4-FFF2-40B4-BE49-F238E27FC236}">
                <a16:creationId xmlns:a16="http://schemas.microsoft.com/office/drawing/2014/main" id="{E52340FD-E8DC-47F6-8E7E-483AF4F4A290}"/>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5" name="Google Shape;65;p22">
            <a:extLst xmlns:a="http://schemas.openxmlformats.org/drawingml/2006/main">
              <a:ext uri="{FF2B5EF4-FFF2-40B4-BE49-F238E27FC236}">
                <a16:creationId xmlns:a16="http://schemas.microsoft.com/office/drawing/2014/main" id="{1EFCCAC8-4AAB-4C1C-8496-915E8C47E576}"/>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67" name="Google Shape;67;p23">
            <a:extLst xmlns:a="http://schemas.openxmlformats.org/drawingml/2006/main">
              <a:ext uri="{FF2B5EF4-FFF2-40B4-BE49-F238E27FC236}">
                <a16:creationId xmlns:a16="http://schemas.microsoft.com/office/drawing/2014/main" id="{41AFD782-95F9-41CB-A4D1-AF2D669F87A9}"/>
              </a:ext>
            </a:extLst>
          </p:cNvPr>
          <p:cNvSpPr>
            <a:spLocks xmlns:a="http://schemas.openxmlformats.org/drawingml/2006/main" noGrp="1"/>
          </p:cNvSpPr>
          <p:nvPr>
            <p:ph type="title" idx="0"/>
          </p:nvPr>
        </p:nvSpPr>
        <p:spPr>
          <a:xfrm xmlns:a="http://schemas.openxmlformats.org/drawingml/2006/main">
            <a:off x="839788" y="457200"/>
            <a:ext cx="3932237" cy="16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90000"/>
              </a:lnSpc>
              <a:spcBef>
                <a:spcPts val="0"/>
              </a:spcBef>
              <a:spcAft>
                <a:spcPts val="0"/>
              </a:spcAft>
              <a:buClr>
                <a:schemeClr val="dk1"/>
              </a:buClr>
              <a:buSzPts val="3200"/>
              <a:buFont typeface="Calibri"/>
              <a:buNone/>
              <a:defRPr sz="3200"/>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68" name="Google Shape;68;p23">
            <a:extLst xmlns:a="http://schemas.openxmlformats.org/drawingml/2006/main">
              <a:ext uri="{FF2B5EF4-FFF2-40B4-BE49-F238E27FC236}">
                <a16:creationId xmlns:a16="http://schemas.microsoft.com/office/drawing/2014/main" id="{2CF172FB-532B-4965-8A48-283143D2C9AA}"/>
              </a:ext>
            </a:extLst>
          </p:cNvPr>
          <p:cNvSpPr>
            <a:spLocks xmlns:a="http://schemas.openxmlformats.org/drawingml/2006/main" noGrp="1"/>
          </p:cNvSpPr>
          <p:nvPr>
            <p:ph type="pic" idx="2"/>
          </p:nvPr>
        </p:nvSpPr>
        <p:spPr>
          <a:xfrm xmlns:a="http://schemas.openxmlformats.org/drawingml/2006/main">
            <a:off x="5183188" y="987425"/>
            <a:ext cx="6172200" cy="4873625"/>
          </a:xfrm>
          <a:prstGeom xmlns:a="http://schemas.openxmlformats.org/drawingml/2006/main" prst="rect">
            <a:avLst/>
          </a:prstGeom>
          <a:noFill xmlns:a="http://schemas.openxmlformats.org/drawingml/2006/main"/>
          <a:ln xmlns:a="http://schemas.openxmlformats.org/drawingml/2006/main">
            <a:noFill/>
          </a:ln>
        </p:spPr>
      </p:sp>
      <p:sp>
        <p:nvSpPr>
          <p:cNvPr id="69" name="Google Shape;69;p23">
            <a:extLst xmlns:a="http://schemas.openxmlformats.org/drawingml/2006/main">
              <a:ext uri="{FF2B5EF4-FFF2-40B4-BE49-F238E27FC236}">
                <a16:creationId xmlns:a16="http://schemas.microsoft.com/office/drawing/2014/main" id="{DE46F2FF-8505-48A1-ACAB-3B33FC7CD96B}"/>
              </a:ext>
            </a:extLst>
          </p:cNvPr>
          <p:cNvSpPr>
            <a:spLocks xmlns:a="http://schemas.openxmlformats.org/drawingml/2006/main" noGrp="1"/>
          </p:cNvSpPr>
          <p:nvPr>
            <p:ph type="body" idx="1"/>
          </p:nvPr>
        </p:nvSpPr>
        <p:spPr>
          <a:xfrm xmlns:a="http://schemas.openxmlformats.org/drawingml/2006/main">
            <a:off x="839788" y="2057400"/>
            <a:ext cx="3932237" cy="38115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90000"/>
              </a:lnSpc>
              <a:spcBef>
                <a:spcPts val="1000"/>
              </a:spcBef>
              <a:spcAft>
                <a:spcPts val="0"/>
              </a:spcAft>
              <a:buClr>
                <a:schemeClr val="dk1"/>
              </a:buClr>
              <a:buSzPts val="1600"/>
              <a:buNone/>
              <a:defRPr sz="1600"/>
            </a:lvl1pPr>
            <a:lvl2pPr marL="914400" indent="-228600" algn="l">
              <a:lnSpc>
                <a:spcPct val="90000"/>
              </a:lnSpc>
              <a:spcBef>
                <a:spcPts val="500"/>
              </a:spcBef>
              <a:spcAft>
                <a:spcPts val="0"/>
              </a:spcAft>
              <a:buClr>
                <a:schemeClr val="dk1"/>
              </a:buClr>
              <a:buSzPts val="1400"/>
              <a:buNone/>
              <a:defRPr sz="1400"/>
            </a:lvl2pPr>
            <a:lvl3pPr marL="1371600" indent="-228600" algn="l">
              <a:lnSpc>
                <a:spcPct val="90000"/>
              </a:lnSpc>
              <a:spcBef>
                <a:spcPts val="500"/>
              </a:spcBef>
              <a:spcAft>
                <a:spcPts val="0"/>
              </a:spcAft>
              <a:buClr>
                <a:schemeClr val="dk1"/>
              </a:buClr>
              <a:buSzPts val="1200"/>
              <a:buNone/>
              <a:defRPr sz="1200"/>
            </a:lvl3pPr>
            <a:lvl4pPr marL="1828800" indent="-228600" algn="l">
              <a:lnSpc>
                <a:spcPct val="90000"/>
              </a:lnSpc>
              <a:spcBef>
                <a:spcPts val="500"/>
              </a:spcBef>
              <a:spcAft>
                <a:spcPts val="0"/>
              </a:spcAft>
              <a:buClr>
                <a:schemeClr val="dk1"/>
              </a:buClr>
              <a:buSzPts val="1000"/>
              <a:buNone/>
              <a:defRPr sz="1000"/>
            </a:lvl4pPr>
            <a:lvl5pPr marL="2286000" indent="-228600" algn="l">
              <a:lnSpc>
                <a:spcPct val="90000"/>
              </a:lnSpc>
              <a:spcBef>
                <a:spcPts val="500"/>
              </a:spcBef>
              <a:spcAft>
                <a:spcPts val="0"/>
              </a:spcAft>
              <a:buClr>
                <a:schemeClr val="dk1"/>
              </a:buClr>
              <a:buSzPts val="1000"/>
              <a:buNone/>
              <a:defRPr sz="1000"/>
            </a:lvl5pPr>
            <a:lvl6pPr marL="2743200" indent="-228600" algn="l">
              <a:lnSpc>
                <a:spcPct val="90000"/>
              </a:lnSpc>
              <a:spcBef>
                <a:spcPts val="500"/>
              </a:spcBef>
              <a:spcAft>
                <a:spcPts val="0"/>
              </a:spcAft>
              <a:buClr>
                <a:schemeClr val="dk1"/>
              </a:buClr>
              <a:buSzPts val="1000"/>
              <a:buNone/>
              <a:defRPr sz="1000"/>
            </a:lvl6pPr>
            <a:lvl7pPr marL="3200400" indent="-228600" algn="l">
              <a:lnSpc>
                <a:spcPct val="90000"/>
              </a:lnSpc>
              <a:spcBef>
                <a:spcPts val="500"/>
              </a:spcBef>
              <a:spcAft>
                <a:spcPts val="0"/>
              </a:spcAft>
              <a:buClr>
                <a:schemeClr val="dk1"/>
              </a:buClr>
              <a:buSzPts val="1000"/>
              <a:buNone/>
              <a:defRPr sz="1000"/>
            </a:lvl7pPr>
            <a:lvl8pPr marL="3657600" indent="-228600" algn="l">
              <a:lnSpc>
                <a:spcPct val="90000"/>
              </a:lnSpc>
              <a:spcBef>
                <a:spcPts val="500"/>
              </a:spcBef>
              <a:spcAft>
                <a:spcPts val="0"/>
              </a:spcAft>
              <a:buClr>
                <a:schemeClr val="dk1"/>
              </a:buClr>
              <a:buSzPts val="1000"/>
              <a:buNone/>
              <a:defRPr sz="1000"/>
            </a:lvl8pPr>
            <a:lvl9pPr marL="4114800" indent="-228600" algn="l">
              <a:lnSpc>
                <a:spcPct val="90000"/>
              </a:lnSpc>
              <a:spcBef>
                <a:spcPts val="500"/>
              </a:spcBef>
              <a:spcAft>
                <a:spcPts val="0"/>
              </a:spcAft>
              <a:buClr>
                <a:schemeClr val="dk1"/>
              </a:buClr>
              <a:buSzPts val="1000"/>
              <a:buNone/>
              <a:defRPr sz="1000"/>
            </a:lvl9pPr>
          </a:lstStyle>
          <a:p xmlns:a="http://schemas.openxmlformats.org/drawingml/2006/main"/>
        </p:txBody>
      </p:sp>
      <p:sp>
        <p:nvSpPr>
          <p:cNvPr id="70" name="Google Shape;70;p23">
            <a:extLst xmlns:a="http://schemas.openxmlformats.org/drawingml/2006/main">
              <a:ext uri="{FF2B5EF4-FFF2-40B4-BE49-F238E27FC236}">
                <a16:creationId xmlns:a16="http://schemas.microsoft.com/office/drawing/2014/main" id="{495DB77F-D4AF-4055-B24B-C0DEE0AB7DD9}"/>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1" name="Google Shape;71;p23">
            <a:extLst xmlns:a="http://schemas.openxmlformats.org/drawingml/2006/main">
              <a:ext uri="{FF2B5EF4-FFF2-40B4-BE49-F238E27FC236}">
                <a16:creationId xmlns:a16="http://schemas.microsoft.com/office/drawing/2014/main" id="{4702B476-B690-4557-B50A-D2C7EB020F12}"/>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2" name="Google Shape;72;p23">
            <a:extLst xmlns:a="http://schemas.openxmlformats.org/drawingml/2006/main">
              <a:ext uri="{FF2B5EF4-FFF2-40B4-BE49-F238E27FC236}">
                <a16:creationId xmlns:a16="http://schemas.microsoft.com/office/drawing/2014/main" id="{098268DC-11A5-4AC0-802C-880FE6101B57}"/>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4" name="Google Shape;74;p24">
            <a:extLst xmlns:a="http://schemas.openxmlformats.org/drawingml/2006/main">
              <a:ext uri="{FF2B5EF4-FFF2-40B4-BE49-F238E27FC236}">
                <a16:creationId xmlns:a16="http://schemas.microsoft.com/office/drawing/2014/main" id="{82DE4160-D2A6-4D8D-B21B-31C2C589291B}"/>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75" name="Google Shape;75;p24">
            <a:extLst xmlns:a="http://schemas.openxmlformats.org/drawingml/2006/main">
              <a:ext uri="{FF2B5EF4-FFF2-40B4-BE49-F238E27FC236}">
                <a16:creationId xmlns:a16="http://schemas.microsoft.com/office/drawing/2014/main" id="{53F5AD6A-CC46-40AE-81CB-DCCAA387AF60}"/>
              </a:ext>
            </a:extLst>
          </p:cNvPr>
          <p:cNvSpPr>
            <a:spLocks xmlns:a="http://schemas.openxmlformats.org/drawingml/2006/main" noGrp="1"/>
          </p:cNvSpPr>
          <p:nvPr>
            <p:ph type="body" idx="1"/>
          </p:nvPr>
        </p:nvSpPr>
        <p:spPr>
          <a:xfrm xmlns:a="http://schemas.openxmlformats.org/drawingml/2006/main" rot="5400000">
            <a:off x="3920331" y="-1256506"/>
            <a:ext cx="4351338" cy="10515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p:txBody>
      </p:sp>
      <p:sp>
        <p:nvSpPr>
          <p:cNvPr id="76" name="Google Shape;76;p24">
            <a:extLst xmlns:a="http://schemas.openxmlformats.org/drawingml/2006/main">
              <a:ext uri="{FF2B5EF4-FFF2-40B4-BE49-F238E27FC236}">
                <a16:creationId xmlns:a16="http://schemas.microsoft.com/office/drawing/2014/main" id="{5BC8432D-982C-4FE9-BD56-43BEA4D36CA4}"/>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7" name="Google Shape;77;p24">
            <a:extLst xmlns:a="http://schemas.openxmlformats.org/drawingml/2006/main">
              <a:ext uri="{FF2B5EF4-FFF2-40B4-BE49-F238E27FC236}">
                <a16:creationId xmlns:a16="http://schemas.microsoft.com/office/drawing/2014/main" id="{65A0804B-C981-4ECA-BBCE-C9672D4DAC32}"/>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8" name="Google Shape;78;p24">
            <a:extLst xmlns:a="http://schemas.openxmlformats.org/drawingml/2006/main">
              <a:ext uri="{FF2B5EF4-FFF2-40B4-BE49-F238E27FC236}">
                <a16:creationId xmlns:a16="http://schemas.microsoft.com/office/drawing/2014/main" id="{7FFE3433-EF83-4D45-A0E9-D2FC0EAA192D}"/>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0" name="Google Shape;80;p25">
            <a:extLst xmlns:a="http://schemas.openxmlformats.org/drawingml/2006/main">
              <a:ext uri="{FF2B5EF4-FFF2-40B4-BE49-F238E27FC236}">
                <a16:creationId xmlns:a16="http://schemas.microsoft.com/office/drawing/2014/main" id="{1A1772B7-675F-4625-A9C4-BA582406693A}"/>
              </a:ext>
            </a:extLst>
          </p:cNvPr>
          <p:cNvSpPr>
            <a:spLocks xmlns:a="http://schemas.openxmlformats.org/drawingml/2006/main" noGrp="1"/>
          </p:cNvSpPr>
          <p:nvPr>
            <p:ph type="title" idx="0"/>
          </p:nvPr>
        </p:nvSpPr>
        <p:spPr>
          <a:xfrm xmlns:a="http://schemas.openxmlformats.org/drawingml/2006/main" rot="5400000">
            <a:off x="7133431" y="1956594"/>
            <a:ext cx="5811838" cy="262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81" name="Google Shape;81;p25">
            <a:extLst xmlns:a="http://schemas.openxmlformats.org/drawingml/2006/main">
              <a:ext uri="{FF2B5EF4-FFF2-40B4-BE49-F238E27FC236}">
                <a16:creationId xmlns:a16="http://schemas.microsoft.com/office/drawing/2014/main" id="{CD6D38F6-C138-4878-A864-2885B4CA784E}"/>
              </a:ext>
            </a:extLst>
          </p:cNvPr>
          <p:cNvSpPr>
            <a:spLocks xmlns:a="http://schemas.openxmlformats.org/drawingml/2006/main" noGrp="1"/>
          </p:cNvSpPr>
          <p:nvPr>
            <p:ph type="body" idx="1"/>
          </p:nvPr>
        </p:nvSpPr>
        <p:spPr>
          <a:xfrm xmlns:a="http://schemas.openxmlformats.org/drawingml/2006/main" rot="5400000">
            <a:off x="1799431" y="-596106"/>
            <a:ext cx="5811838" cy="773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p:txBody>
      </p:sp>
      <p:sp>
        <p:nvSpPr>
          <p:cNvPr id="82" name="Google Shape;82;p25">
            <a:extLst xmlns:a="http://schemas.openxmlformats.org/drawingml/2006/main">
              <a:ext uri="{FF2B5EF4-FFF2-40B4-BE49-F238E27FC236}">
                <a16:creationId xmlns:a16="http://schemas.microsoft.com/office/drawing/2014/main" id="{F7282D73-9FD0-4D05-9760-711B4535F125}"/>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83" name="Google Shape;83;p25">
            <a:extLst xmlns:a="http://schemas.openxmlformats.org/drawingml/2006/main">
              <a:ext uri="{FF2B5EF4-FFF2-40B4-BE49-F238E27FC236}">
                <a16:creationId xmlns:a16="http://schemas.microsoft.com/office/drawing/2014/main" id="{BA63512A-251F-402F-9257-C0BA1968CA9F}"/>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84" name="Google Shape;84;p25">
            <a:extLst xmlns:a="http://schemas.openxmlformats.org/drawingml/2006/main">
              <a:ext uri="{FF2B5EF4-FFF2-40B4-BE49-F238E27FC236}">
                <a16:creationId xmlns:a16="http://schemas.microsoft.com/office/drawing/2014/main" id="{9168C673-9119-44DF-BAA0-52F402126026}"/>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99a7c11c2124631" /><Relationship Type="http://schemas.openxmlformats.org/officeDocument/2006/relationships/slideLayout" Target="/ppt/slideLayouts/slideLayout1.xml" Id="Rf4f3eaa3e4c848ff" /><Relationship Type="http://schemas.openxmlformats.org/officeDocument/2006/relationships/slideLayout" Target="/ppt/slideLayouts/slideLayout2.xml" Id="Ra2ce24c3c84c418d" /><Relationship Type="http://schemas.openxmlformats.org/officeDocument/2006/relationships/slideLayout" Target="/ppt/slideLayouts/slideLayout3.xml" Id="Rf2e86a67bfa6468b" /><Relationship Type="http://schemas.openxmlformats.org/officeDocument/2006/relationships/slideLayout" Target="/ppt/slideLayouts/slideLayout4.xml" Id="Ra52878bcd2954b6b" /><Relationship Type="http://schemas.openxmlformats.org/officeDocument/2006/relationships/slideLayout" Target="/ppt/slideLayouts/slideLayout5.xml" Id="Rdc5a0e2d1e7441a6" /><Relationship Type="http://schemas.openxmlformats.org/officeDocument/2006/relationships/slideLayout" Target="/ppt/slideLayouts/slideLayout6.xml" Id="R7bedecd323c241e4" /><Relationship Type="http://schemas.openxmlformats.org/officeDocument/2006/relationships/slideLayout" Target="/ppt/slideLayouts/slideLayout7.xml" Id="Rc60eb4dad41c4f4b" /><Relationship Type="http://schemas.openxmlformats.org/officeDocument/2006/relationships/slideLayout" Target="/ppt/slideLayouts/slideLayout8.xml" Id="R631b866c94c645cd" /><Relationship Type="http://schemas.openxmlformats.org/officeDocument/2006/relationships/slideLayout" Target="/ppt/slideLayouts/slideLayout9.xml" Id="R6c274b823fec4924" /><Relationship Type="http://schemas.openxmlformats.org/officeDocument/2006/relationships/slideLayout" Target="/ppt/slideLayouts/slideLayout10.xml" Id="R70fe6cfa7833461b" /><Relationship Type="http://schemas.openxmlformats.org/officeDocument/2006/relationships/slideLayout" Target="/ppt/slideLayouts/slideLayout11.xml" Id="R64709deef40f4d30" /><Relationship Type="http://schemas.openxmlformats.org/officeDocument/2006/relationships/slideLayout" Target="/ppt/slideLayouts/slideLayout12.xml" Id="Rb14b681026504e26"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3">
            <a:extLst xmlns:a="http://schemas.openxmlformats.org/drawingml/2006/main">
              <a:ext uri="{FF2B5EF4-FFF2-40B4-BE49-F238E27FC236}">
                <a16:creationId xmlns:a16="http://schemas.microsoft.com/office/drawing/2014/main" id="{9A8BB124-EA8D-44F8-A8DD-780A8B1D165A}"/>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alibri"/>
              <a:buNone/>
              <a:defRPr sz="4400" b="0" i="0" u="none" cap="none">
                <a:solidFill>
                  <a:schemeClr val="dk1"/>
                </a:solidFill>
                <a:latin typeface="Calibri"/>
                <a:ea typeface="Calibri"/>
                <a:cs typeface="Calibri"/>
              </a:defRPr>
            </a:lvl1pPr>
            <a:lvl2pPr>
              <a:spcBef>
                <a:spcPts val="0"/>
              </a:spcBef>
              <a:spcAft>
                <a:spcPts val="0"/>
              </a:spcAft>
              <a:buSzPts val="1400"/>
              <a:buNone/>
              <a:defRPr sz="1800"/>
            </a:lvl2pPr>
            <a:lvl3pPr>
              <a:spcBef>
                <a:spcPts val="0"/>
              </a:spcBef>
              <a:spcAft>
                <a:spcPts val="0"/>
              </a:spcAft>
              <a:buSzPts val="1400"/>
              <a:buNone/>
              <a:defRPr sz="1800"/>
            </a:lvl3pPr>
            <a:lvl4pPr>
              <a:spcBef>
                <a:spcPts val="0"/>
              </a:spcBef>
              <a:spcAft>
                <a:spcPts val="0"/>
              </a:spcAft>
              <a:buSzPts val="1400"/>
              <a:buNone/>
              <a:defRPr sz="1800"/>
            </a:lvl4pPr>
            <a:lvl5pPr>
              <a:spcBef>
                <a:spcPts val="0"/>
              </a:spcBef>
              <a:spcAft>
                <a:spcPts val="0"/>
              </a:spcAft>
              <a:buSzPts val="1400"/>
              <a:buNone/>
              <a:defRPr sz="1800"/>
            </a:lvl5pPr>
            <a:lvl6pPr>
              <a:spcBef>
                <a:spcPts val="0"/>
              </a:spcBef>
              <a:spcAft>
                <a:spcPts val="0"/>
              </a:spcAft>
              <a:buSzPts val="1400"/>
              <a:buNone/>
              <a:defRPr sz="1800"/>
            </a:lvl6pPr>
            <a:lvl7pPr>
              <a:spcBef>
                <a:spcPts val="0"/>
              </a:spcBef>
              <a:spcAft>
                <a:spcPts val="0"/>
              </a:spcAft>
              <a:buSzPts val="1400"/>
              <a:buNone/>
              <a:defRPr sz="1800"/>
            </a:lvl7pPr>
            <a:lvl8pPr>
              <a:spcBef>
                <a:spcPts val="0"/>
              </a:spcBef>
              <a:spcAft>
                <a:spcPts val="0"/>
              </a:spcAft>
              <a:buSzPts val="1400"/>
              <a:buNone/>
              <a:defRPr sz="1800"/>
            </a:lvl8pPr>
            <a:lvl9pPr>
              <a:spcBef>
                <a:spcPts val="0"/>
              </a:spcBef>
              <a:spcAft>
                <a:spcPts val="0"/>
              </a:spcAft>
              <a:buSzPts val="1400"/>
              <a:buNone/>
              <a:defRPr sz="1800"/>
            </a:lvl9pPr>
          </a:lstStyle>
          <a:p xmlns:a="http://schemas.openxmlformats.org/drawingml/2006/main"/>
        </p:txBody>
      </p:sp>
      <p:sp>
        <p:nvSpPr>
          <p:cNvPr id="11" name="Google Shape;11;p13">
            <a:extLst xmlns:a="http://schemas.openxmlformats.org/drawingml/2006/main">
              <a:ext uri="{FF2B5EF4-FFF2-40B4-BE49-F238E27FC236}">
                <a16:creationId xmlns:a16="http://schemas.microsoft.com/office/drawing/2014/main" id="{667237CC-4BED-4A4A-8514-487709379D07}"/>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406400" algn="l">
              <a:lnSpc>
                <a:spcPct val="90000"/>
              </a:lnSpc>
              <a:spcBef>
                <a:spcPts val="1000"/>
              </a:spcBef>
              <a:spcAft>
                <a:spcPts val="0"/>
              </a:spcAft>
              <a:buClr>
                <a:schemeClr val="dk1"/>
              </a:buClr>
              <a:buSzPts val="2800"/>
              <a:buFont typeface="Arial"/>
              <a:buChar char="•"/>
              <a:defRPr sz="2800" b="0" i="0" u="none" cap="none">
                <a:solidFill>
                  <a:schemeClr val="dk1"/>
                </a:solidFill>
                <a:latin typeface="Calibri"/>
                <a:ea typeface="Calibri"/>
                <a:cs typeface="Calibri"/>
              </a:defRPr>
            </a:lvl1pPr>
            <a:lvl2pPr marL="914400" marR="0" indent="-381000" algn="l">
              <a:lnSpc>
                <a:spcPct val="90000"/>
              </a:lnSpc>
              <a:spcBef>
                <a:spcPts val="500"/>
              </a:spcBef>
              <a:spcAft>
                <a:spcPts val="0"/>
              </a:spcAft>
              <a:buClr>
                <a:schemeClr val="dk1"/>
              </a:buClr>
              <a:buSzPts val="2400"/>
              <a:buFont typeface="Arial"/>
              <a:buChar char="•"/>
              <a:defRPr sz="2400" b="0" i="0" u="none" cap="none">
                <a:solidFill>
                  <a:schemeClr val="dk1"/>
                </a:solidFill>
                <a:latin typeface="Calibri"/>
                <a:ea typeface="Calibri"/>
                <a:cs typeface="Calibri"/>
              </a:defRPr>
            </a:lvl2pPr>
            <a:lvl3pPr marL="1371600" marR="0" indent="-355600" algn="l">
              <a:lnSpc>
                <a:spcPct val="90000"/>
              </a:lnSpc>
              <a:spcBef>
                <a:spcPts val="500"/>
              </a:spcBef>
              <a:spcAft>
                <a:spcPts val="0"/>
              </a:spcAft>
              <a:buClr>
                <a:schemeClr val="dk1"/>
              </a:buClr>
              <a:buSzPts val="2000"/>
              <a:buFont typeface="Arial"/>
              <a:buChar char="•"/>
              <a:defRPr sz="2000" b="0" i="0" u="none" cap="none">
                <a:solidFill>
                  <a:schemeClr val="dk1"/>
                </a:solidFill>
                <a:latin typeface="Calibri"/>
                <a:ea typeface="Calibri"/>
                <a:cs typeface="Calibri"/>
              </a:defRPr>
            </a:lvl3pPr>
            <a:lvl4pPr marL="18288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Calibri"/>
                <a:ea typeface="Calibri"/>
                <a:cs typeface="Calibri"/>
              </a:defRPr>
            </a:lvl4pPr>
            <a:lvl5pPr marL="22860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Calibri"/>
                <a:ea typeface="Calibri"/>
                <a:cs typeface="Calibri"/>
              </a:defRPr>
            </a:lvl5pPr>
            <a:lvl6pPr marL="27432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Calibri"/>
                <a:ea typeface="Calibri"/>
                <a:cs typeface="Calibri"/>
              </a:defRPr>
            </a:lvl6pPr>
            <a:lvl7pPr marL="32004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Calibri"/>
                <a:ea typeface="Calibri"/>
                <a:cs typeface="Calibri"/>
              </a:defRPr>
            </a:lvl7pPr>
            <a:lvl8pPr marL="36576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Calibri"/>
                <a:ea typeface="Calibri"/>
                <a:cs typeface="Calibri"/>
              </a:defRPr>
            </a:lvl8pPr>
            <a:lvl9pPr marL="41148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Calibri"/>
                <a:ea typeface="Calibri"/>
                <a:cs typeface="Calibri"/>
              </a:defRPr>
            </a:lvl9pPr>
          </a:lstStyle>
          <a:p xmlns:a="http://schemas.openxmlformats.org/drawingml/2006/main"/>
        </p:txBody>
      </p:sp>
      <p:sp>
        <p:nvSpPr>
          <p:cNvPr id="12" name="Google Shape;12;p13">
            <a:extLst xmlns:a="http://schemas.openxmlformats.org/drawingml/2006/main">
              <a:ext uri="{FF2B5EF4-FFF2-40B4-BE49-F238E27FC236}">
                <a16:creationId xmlns:a16="http://schemas.microsoft.com/office/drawing/2014/main" id="{C8896217-2FCF-4CF6-AB89-7E6EDBF85C4F}"/>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spcBef>
                <a:spcPts val="0"/>
              </a:spcBef>
              <a:spcAft>
                <a:spcPts val="0"/>
              </a:spcAft>
              <a:buSzPts val="1400"/>
              <a:buNone/>
              <a:defRPr sz="1200" b="0" i="0" u="none" cap="none">
                <a:solidFill>
                  <a:srgbClr val="888888"/>
                </a:solidFill>
                <a:latin typeface="Calibri"/>
                <a:ea typeface="Calibri"/>
                <a:cs typeface="Calibri"/>
              </a:defRPr>
            </a:lvl1pPr>
            <a:lvl2pPr marR="0" algn="l">
              <a:spcBef>
                <a:spcPts val="0"/>
              </a:spcBef>
              <a:spcAft>
                <a:spcPts val="0"/>
              </a:spcAft>
              <a:buSzPts val="1400"/>
              <a:buNone/>
              <a:defRPr sz="1800" b="0" i="0" u="none" cap="none">
                <a:solidFill>
                  <a:schemeClr val="dk1"/>
                </a:solidFill>
                <a:latin typeface="Calibri"/>
                <a:ea typeface="Calibri"/>
                <a:cs typeface="Calibri"/>
              </a:defRPr>
            </a:lvl2pPr>
            <a:lvl3pPr marR="0" algn="l">
              <a:spcBef>
                <a:spcPts val="0"/>
              </a:spcBef>
              <a:spcAft>
                <a:spcPts val="0"/>
              </a:spcAft>
              <a:buSzPts val="1400"/>
              <a:buNone/>
              <a:defRPr sz="1800" b="0" i="0" u="none" cap="none">
                <a:solidFill>
                  <a:schemeClr val="dk1"/>
                </a:solidFill>
                <a:latin typeface="Calibri"/>
                <a:ea typeface="Calibri"/>
                <a:cs typeface="Calibri"/>
              </a:defRPr>
            </a:lvl3pPr>
            <a:lvl4pPr marR="0" algn="l">
              <a:spcBef>
                <a:spcPts val="0"/>
              </a:spcBef>
              <a:spcAft>
                <a:spcPts val="0"/>
              </a:spcAft>
              <a:buSzPts val="1400"/>
              <a:buNone/>
              <a:defRPr sz="1800" b="0" i="0" u="none" cap="none">
                <a:solidFill>
                  <a:schemeClr val="dk1"/>
                </a:solidFill>
                <a:latin typeface="Calibri"/>
                <a:ea typeface="Calibri"/>
                <a:cs typeface="Calibri"/>
              </a:defRPr>
            </a:lvl4pPr>
            <a:lvl5pPr marR="0" algn="l">
              <a:spcBef>
                <a:spcPts val="0"/>
              </a:spcBef>
              <a:spcAft>
                <a:spcPts val="0"/>
              </a:spcAft>
              <a:buSzPts val="1400"/>
              <a:buNone/>
              <a:defRPr sz="1800" b="0" i="0" u="none" cap="none">
                <a:solidFill>
                  <a:schemeClr val="dk1"/>
                </a:solidFill>
                <a:latin typeface="Calibri"/>
                <a:ea typeface="Calibri"/>
                <a:cs typeface="Calibri"/>
              </a:defRPr>
            </a:lvl5pPr>
            <a:lvl6pPr marR="0" algn="l">
              <a:spcBef>
                <a:spcPts val="0"/>
              </a:spcBef>
              <a:spcAft>
                <a:spcPts val="0"/>
              </a:spcAft>
              <a:buSzPts val="1400"/>
              <a:buNone/>
              <a:defRPr sz="1800" b="0" i="0" u="none" cap="none">
                <a:solidFill>
                  <a:schemeClr val="dk1"/>
                </a:solidFill>
                <a:latin typeface="Calibri"/>
                <a:ea typeface="Calibri"/>
                <a:cs typeface="Calibri"/>
              </a:defRPr>
            </a:lvl6pPr>
            <a:lvl7pPr marR="0" algn="l">
              <a:spcBef>
                <a:spcPts val="0"/>
              </a:spcBef>
              <a:spcAft>
                <a:spcPts val="0"/>
              </a:spcAft>
              <a:buSzPts val="1400"/>
              <a:buNone/>
              <a:defRPr sz="1800" b="0" i="0" u="none" cap="none">
                <a:solidFill>
                  <a:schemeClr val="dk1"/>
                </a:solidFill>
                <a:latin typeface="Calibri"/>
                <a:ea typeface="Calibri"/>
                <a:cs typeface="Calibri"/>
              </a:defRPr>
            </a:lvl7pPr>
            <a:lvl8pPr marR="0" algn="l">
              <a:spcBef>
                <a:spcPts val="0"/>
              </a:spcBef>
              <a:spcAft>
                <a:spcPts val="0"/>
              </a:spcAft>
              <a:buSzPts val="1400"/>
              <a:buNone/>
              <a:defRPr sz="1800" b="0" i="0" u="none" cap="none">
                <a:solidFill>
                  <a:schemeClr val="dk1"/>
                </a:solidFill>
                <a:latin typeface="Calibri"/>
                <a:ea typeface="Calibri"/>
                <a:cs typeface="Calibri"/>
              </a:defRPr>
            </a:lvl8pPr>
            <a:lvl9pPr marR="0" algn="l">
              <a:spcBef>
                <a:spcPts val="0"/>
              </a:spcBef>
              <a:spcAft>
                <a:spcPts val="0"/>
              </a:spcAft>
              <a:buSzPts val="1400"/>
              <a:buNone/>
              <a:defRPr sz="1800" b="0" i="0" u="none" cap="none">
                <a:solidFill>
                  <a:schemeClr val="dk1"/>
                </a:solidFill>
                <a:latin typeface="Calibri"/>
                <a:ea typeface="Calibri"/>
                <a:cs typeface="Calibri"/>
              </a:defRPr>
            </a:lvl9pPr>
          </a:lstStyle>
          <a:p xmlns:a="http://schemas.openxmlformats.org/drawingml/2006/main"/>
        </p:txBody>
      </p:sp>
      <p:sp>
        <p:nvSpPr>
          <p:cNvPr id="13" name="Google Shape;13;p13">
            <a:extLst xmlns:a="http://schemas.openxmlformats.org/drawingml/2006/main">
              <a:ext uri="{FF2B5EF4-FFF2-40B4-BE49-F238E27FC236}">
                <a16:creationId xmlns:a16="http://schemas.microsoft.com/office/drawing/2014/main" id="{E5CBC058-62D5-4ABE-925C-02A5F1B4B42C}"/>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SzPts val="1400"/>
              <a:buNone/>
              <a:defRPr sz="1200" b="0" i="0" u="none" cap="none">
                <a:solidFill>
                  <a:srgbClr val="888888"/>
                </a:solidFill>
                <a:latin typeface="Calibri"/>
                <a:ea typeface="Calibri"/>
                <a:cs typeface="Calibri"/>
              </a:defRPr>
            </a:lvl1pPr>
            <a:lvl2pPr marR="0" algn="l">
              <a:spcBef>
                <a:spcPts val="0"/>
              </a:spcBef>
              <a:spcAft>
                <a:spcPts val="0"/>
              </a:spcAft>
              <a:buSzPts val="1400"/>
              <a:buNone/>
              <a:defRPr sz="1800" b="0" i="0" u="none" cap="none">
                <a:solidFill>
                  <a:schemeClr val="dk1"/>
                </a:solidFill>
                <a:latin typeface="Calibri"/>
                <a:ea typeface="Calibri"/>
                <a:cs typeface="Calibri"/>
              </a:defRPr>
            </a:lvl2pPr>
            <a:lvl3pPr marR="0" algn="l">
              <a:spcBef>
                <a:spcPts val="0"/>
              </a:spcBef>
              <a:spcAft>
                <a:spcPts val="0"/>
              </a:spcAft>
              <a:buSzPts val="1400"/>
              <a:buNone/>
              <a:defRPr sz="1800" b="0" i="0" u="none" cap="none">
                <a:solidFill>
                  <a:schemeClr val="dk1"/>
                </a:solidFill>
                <a:latin typeface="Calibri"/>
                <a:ea typeface="Calibri"/>
                <a:cs typeface="Calibri"/>
              </a:defRPr>
            </a:lvl3pPr>
            <a:lvl4pPr marR="0" algn="l">
              <a:spcBef>
                <a:spcPts val="0"/>
              </a:spcBef>
              <a:spcAft>
                <a:spcPts val="0"/>
              </a:spcAft>
              <a:buSzPts val="1400"/>
              <a:buNone/>
              <a:defRPr sz="1800" b="0" i="0" u="none" cap="none">
                <a:solidFill>
                  <a:schemeClr val="dk1"/>
                </a:solidFill>
                <a:latin typeface="Calibri"/>
                <a:ea typeface="Calibri"/>
                <a:cs typeface="Calibri"/>
              </a:defRPr>
            </a:lvl4pPr>
            <a:lvl5pPr marR="0" algn="l">
              <a:spcBef>
                <a:spcPts val="0"/>
              </a:spcBef>
              <a:spcAft>
                <a:spcPts val="0"/>
              </a:spcAft>
              <a:buSzPts val="1400"/>
              <a:buNone/>
              <a:defRPr sz="1800" b="0" i="0" u="none" cap="none">
                <a:solidFill>
                  <a:schemeClr val="dk1"/>
                </a:solidFill>
                <a:latin typeface="Calibri"/>
                <a:ea typeface="Calibri"/>
                <a:cs typeface="Calibri"/>
              </a:defRPr>
            </a:lvl5pPr>
            <a:lvl6pPr marR="0" algn="l">
              <a:spcBef>
                <a:spcPts val="0"/>
              </a:spcBef>
              <a:spcAft>
                <a:spcPts val="0"/>
              </a:spcAft>
              <a:buSzPts val="1400"/>
              <a:buNone/>
              <a:defRPr sz="1800" b="0" i="0" u="none" cap="none">
                <a:solidFill>
                  <a:schemeClr val="dk1"/>
                </a:solidFill>
                <a:latin typeface="Calibri"/>
                <a:ea typeface="Calibri"/>
                <a:cs typeface="Calibri"/>
              </a:defRPr>
            </a:lvl6pPr>
            <a:lvl7pPr marR="0" algn="l">
              <a:spcBef>
                <a:spcPts val="0"/>
              </a:spcBef>
              <a:spcAft>
                <a:spcPts val="0"/>
              </a:spcAft>
              <a:buSzPts val="1400"/>
              <a:buNone/>
              <a:defRPr sz="1800" b="0" i="0" u="none" cap="none">
                <a:solidFill>
                  <a:schemeClr val="dk1"/>
                </a:solidFill>
                <a:latin typeface="Calibri"/>
                <a:ea typeface="Calibri"/>
                <a:cs typeface="Calibri"/>
              </a:defRPr>
            </a:lvl7pPr>
            <a:lvl8pPr marR="0" algn="l">
              <a:spcBef>
                <a:spcPts val="0"/>
              </a:spcBef>
              <a:spcAft>
                <a:spcPts val="0"/>
              </a:spcAft>
              <a:buSzPts val="1400"/>
              <a:buNone/>
              <a:defRPr sz="1800" b="0" i="0" u="none" cap="none">
                <a:solidFill>
                  <a:schemeClr val="dk1"/>
                </a:solidFill>
                <a:latin typeface="Calibri"/>
                <a:ea typeface="Calibri"/>
                <a:cs typeface="Calibri"/>
              </a:defRPr>
            </a:lvl8pPr>
            <a:lvl9pPr marR="0" algn="l">
              <a:spcBef>
                <a:spcPts val="0"/>
              </a:spcBef>
              <a:spcAft>
                <a:spcPts val="0"/>
              </a:spcAft>
              <a:buSzPts val="1400"/>
              <a:buNone/>
              <a:defRPr sz="1800" b="0" i="0" u="none" cap="none">
                <a:solidFill>
                  <a:schemeClr val="dk1"/>
                </a:solidFill>
                <a:latin typeface="Calibri"/>
                <a:ea typeface="Calibri"/>
                <a:cs typeface="Calibri"/>
              </a:defRPr>
            </a:lvl9pPr>
          </a:lstStyle>
          <a:p xmlns:a="http://schemas.openxmlformats.org/drawingml/2006/main"/>
        </p:txBody>
      </p:sp>
      <p:sp>
        <p:nvSpPr>
          <p:cNvPr id="14" name="Google Shape;14;p13">
            <a:extLst xmlns:a="http://schemas.openxmlformats.org/drawingml/2006/main">
              <a:ext uri="{FF2B5EF4-FFF2-40B4-BE49-F238E27FC236}">
                <a16:creationId xmlns:a16="http://schemas.microsoft.com/office/drawing/2014/main" id="{5DFC00D4-892D-4C11-8C59-D73C9D250F46}"/>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spcBef>
                <a:spcPts val="0"/>
              </a:spcBef>
              <a:buNone/>
              <a:defRPr sz="1200" b="0" i="0" u="none" cap="none">
                <a:solidFill>
                  <a:srgbClr val="888888"/>
                </a:solidFill>
                <a:latin typeface="Calibri"/>
                <a:ea typeface="Calibri"/>
                <a:cs typeface="Calibri"/>
              </a:defRPr>
            </a:lvl1pPr>
            <a:lvl2pPr marL="0" marR="0" indent="0" algn="r">
              <a:spcBef>
                <a:spcPts val="0"/>
              </a:spcBef>
              <a:buNone/>
              <a:defRPr sz="1200" b="0" i="0" u="none" cap="none">
                <a:solidFill>
                  <a:srgbClr val="888888"/>
                </a:solidFill>
                <a:latin typeface="Calibri"/>
                <a:ea typeface="Calibri"/>
                <a:cs typeface="Calibri"/>
              </a:defRPr>
            </a:lvl2pPr>
            <a:lvl3pPr marL="0" marR="0" indent="0" algn="r">
              <a:spcBef>
                <a:spcPts val="0"/>
              </a:spcBef>
              <a:buNone/>
              <a:defRPr sz="1200" b="0" i="0" u="none" cap="none">
                <a:solidFill>
                  <a:srgbClr val="888888"/>
                </a:solidFill>
                <a:latin typeface="Calibri"/>
                <a:ea typeface="Calibri"/>
                <a:cs typeface="Calibri"/>
              </a:defRPr>
            </a:lvl3pPr>
            <a:lvl4pPr marL="0" marR="0" indent="0" algn="r">
              <a:spcBef>
                <a:spcPts val="0"/>
              </a:spcBef>
              <a:buNone/>
              <a:defRPr sz="1200" b="0" i="0" u="none" cap="none">
                <a:solidFill>
                  <a:srgbClr val="888888"/>
                </a:solidFill>
                <a:latin typeface="Calibri"/>
                <a:ea typeface="Calibri"/>
                <a:cs typeface="Calibri"/>
              </a:defRPr>
            </a:lvl4pPr>
            <a:lvl5pPr marL="0" marR="0" indent="0" algn="r">
              <a:spcBef>
                <a:spcPts val="0"/>
              </a:spcBef>
              <a:buNone/>
              <a:defRPr sz="1200" b="0" i="0" u="none" cap="none">
                <a:solidFill>
                  <a:srgbClr val="888888"/>
                </a:solidFill>
                <a:latin typeface="Calibri"/>
                <a:ea typeface="Calibri"/>
                <a:cs typeface="Calibri"/>
              </a:defRPr>
            </a:lvl5pPr>
            <a:lvl6pPr marL="0" marR="0" indent="0" algn="r">
              <a:spcBef>
                <a:spcPts val="0"/>
              </a:spcBef>
              <a:buNone/>
              <a:defRPr sz="1200" b="0" i="0" u="none" cap="none">
                <a:solidFill>
                  <a:srgbClr val="888888"/>
                </a:solidFill>
                <a:latin typeface="Calibri"/>
                <a:ea typeface="Calibri"/>
                <a:cs typeface="Calibri"/>
              </a:defRPr>
            </a:lvl6pPr>
            <a:lvl7pPr marL="0" marR="0" indent="0" algn="r">
              <a:spcBef>
                <a:spcPts val="0"/>
              </a:spcBef>
              <a:buNone/>
              <a:defRPr sz="1200" b="0" i="0" u="none" cap="none">
                <a:solidFill>
                  <a:srgbClr val="888888"/>
                </a:solidFill>
                <a:latin typeface="Calibri"/>
                <a:ea typeface="Calibri"/>
                <a:cs typeface="Calibri"/>
              </a:defRPr>
            </a:lvl7pPr>
            <a:lvl8pPr marL="0" marR="0" indent="0" algn="r">
              <a:spcBef>
                <a:spcPts val="0"/>
              </a:spcBef>
              <a:buNone/>
              <a:defRPr sz="1200" b="0" i="0" u="none" cap="none">
                <a:solidFill>
                  <a:srgbClr val="888888"/>
                </a:solidFill>
                <a:latin typeface="Calibri"/>
                <a:ea typeface="Calibri"/>
                <a:cs typeface="Calibri"/>
              </a:defRPr>
            </a:lvl8pPr>
            <a:lvl9pPr marL="0" marR="0" indent="0" algn="r">
              <a:spcBef>
                <a:spcPts val="0"/>
              </a:spcBef>
              <a:buNone/>
              <a:defRPr sz="120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f4f3eaa3e4c848ff"/>
    <p:sldLayoutId xmlns:r="http://schemas.openxmlformats.org/officeDocument/2006/relationships" id="2147483650" r:id="Ra2ce24c3c84c418d"/>
    <p:sldLayoutId xmlns:r="http://schemas.openxmlformats.org/officeDocument/2006/relationships" id="2147483651" r:id="Rf2e86a67bfa6468b"/>
    <p:sldLayoutId xmlns:r="http://schemas.openxmlformats.org/officeDocument/2006/relationships" id="2147483652" r:id="Ra52878bcd2954b6b"/>
    <p:sldLayoutId xmlns:r="http://schemas.openxmlformats.org/officeDocument/2006/relationships" id="2147483653" r:id="Rdc5a0e2d1e7441a6"/>
    <p:sldLayoutId xmlns:r="http://schemas.openxmlformats.org/officeDocument/2006/relationships" id="2147483654" r:id="R7bedecd323c241e4"/>
    <p:sldLayoutId xmlns:r="http://schemas.openxmlformats.org/officeDocument/2006/relationships" id="2147483655" r:id="Rc60eb4dad41c4f4b"/>
    <p:sldLayoutId xmlns:r="http://schemas.openxmlformats.org/officeDocument/2006/relationships" id="2147483656" r:id="R631b866c94c645cd"/>
    <p:sldLayoutId xmlns:r="http://schemas.openxmlformats.org/officeDocument/2006/relationships" id="2147483657" r:id="R6c274b823fec4924"/>
    <p:sldLayoutId xmlns:r="http://schemas.openxmlformats.org/officeDocument/2006/relationships" id="2147483658" r:id="R70fe6cfa7833461b"/>
    <p:sldLayoutId xmlns:r="http://schemas.openxmlformats.org/officeDocument/2006/relationships" id="2147483659" r:id="R64709deef40f4d30"/>
    <p:sldLayoutId xmlns:r="http://schemas.openxmlformats.org/officeDocument/2006/relationships" id="2147483660" r:id="Rb14b681026504e26"/>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02cca06eb7a4687" /><Relationship Type="http://schemas.openxmlformats.org/officeDocument/2006/relationships/image" Target="/ppt/media/image.png" Id="Rfc89fdf5a2124dee" /><Relationship Type="http://schemas.openxmlformats.org/officeDocument/2006/relationships/notesSlide" Target="/ppt/notesSlides/notesSlide1.xml" Id="R0963615f18bd4b3a"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d006770150434777" /><Relationship Type="http://schemas.openxmlformats.org/officeDocument/2006/relationships/notesSlide" Target="/ppt/notesSlides/notesSlide2.xml" Id="Rd312ee5d7ab14a20"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ded0daf3d0e24915" /><Relationship Type="http://schemas.openxmlformats.org/officeDocument/2006/relationships/notesSlide" Target="/ppt/notesSlides/notesSlide3.xml" Id="Rb117997255514589"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f59a1e0c6ce847d8" /><Relationship Type="http://schemas.openxmlformats.org/officeDocument/2006/relationships/notesSlide" Target="/ppt/notesSlides/notesSlide4.xml" Id="R06b3e64e35744630"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a3c2dc32ec124c17" /><Relationship Type="http://schemas.openxmlformats.org/officeDocument/2006/relationships/notesSlide" Target="/ppt/notesSlides/notesSlide5.xml" Id="Re6ecf034c1634a9c"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6ce9676829fe4b50" /><Relationship Type="http://schemas.openxmlformats.org/officeDocument/2006/relationships/notesSlide" Target="/ppt/notesSlides/notesSlide6.xml" Id="Rb7571722227c4329"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65c9919f87614e04" /><Relationship Type="http://schemas.openxmlformats.org/officeDocument/2006/relationships/notesSlide" Target="/ppt/notesSlides/notesSlide7.xml" Id="R22d034dfcd404e17"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b95d20d047e34cd9" /><Relationship Type="http://schemas.openxmlformats.org/officeDocument/2006/relationships/notesSlide" Target="/ppt/notesSlides/notesSlide8.xml" Id="Rb9c07997ada8453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90" name="Google Shape;90;p1">
            <a:extLst xmlns:a="http://schemas.openxmlformats.org/drawingml/2006/main">
              <a:ext uri="{FF2B5EF4-FFF2-40B4-BE49-F238E27FC236}">
                <a16:creationId xmlns:a16="http://schemas.microsoft.com/office/drawing/2014/main" id="{547BA167-18C1-4422-B4D2-C18547DDA850}"/>
              </a:ext>
            </a:extLst>
          </p:cNvPr>
          <p:cNvSpPr>
            <a:spLocks xmlns:a="http://schemas.openxmlformats.org/drawingml/2006/main" noGrp="1"/>
          </p:cNvSpPr>
          <p:nvPr/>
        </p:nvSpPr>
        <p:spPr>
          <a:xfrm xmlns:a="http://schemas.openxmlformats.org/drawingml/2006/main">
            <a:off x="777240" y="676656"/>
            <a:ext cx="2423160" cy="347472"/>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2700" cmpd="sng">
            <a:solidFill>
              <a:srgbClr val="D9D3F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1" name="Google Shape;91;p1">
            <a:extLst xmlns:a="http://schemas.openxmlformats.org/drawingml/2006/main">
              <a:ext uri="{FF2B5EF4-FFF2-40B4-BE49-F238E27FC236}">
                <a16:creationId xmlns:a16="http://schemas.microsoft.com/office/drawing/2014/main" id="{86F57C01-951C-4FC7-A00C-0626AAC1E0F6}"/>
              </a:ext>
            </a:extLst>
          </p:cNvPr>
          <p:cNvSpPr>
            <a:spLocks xmlns:a="http://schemas.openxmlformats.org/drawingml/2006/main" noGrp="1"/>
          </p:cNvSpPr>
          <p:nvPr/>
        </p:nvSpPr>
        <p:spPr>
          <a:xfrm xmlns:a="http://schemas.openxmlformats.org/drawingml/2006/main">
            <a:off x="777240" y="676656"/>
            <a:ext cx="242316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6D28D9"/>
              </a:buClr>
              <a:buSzPts val="1100"/>
              <a:buFont typeface="Arial"/>
              <a:buNone/>
            </a:pPr>
            <a:r>
              <a:rPr sz="1100" b="1" i="0" u="none" cap="none">
                <a:solidFill>
                  <a:srgbClr val="6D28D9"/>
                </a:solidFill>
                <a:latin typeface="Arial"/>
                <a:ea typeface="Arial"/>
                <a:cs typeface="Arial"/>
              </a:rPr>
              <a:t>SAMSUNG PRISM</a:t>
            </a:r>
            <a:endParaRPr sz="1100" b="0" i="0" u="none" cap="none">
              <a:solidFill>
                <a:schemeClr val="dk1"/>
              </a:solidFill>
              <a:latin typeface="Calibri"/>
              <a:ea typeface="Calibri"/>
              <a:cs typeface="Calibri"/>
            </a:endParaRPr>
          </a:p>
        </p:txBody>
      </p:sp>
      <p:sp>
        <p:nvSpPr>
          <p:cNvPr id="92" name="Google Shape;92;p1">
            <a:extLst xmlns:a="http://schemas.openxmlformats.org/drawingml/2006/main">
              <a:ext uri="{FF2B5EF4-FFF2-40B4-BE49-F238E27FC236}">
                <a16:creationId xmlns:a16="http://schemas.microsoft.com/office/drawing/2014/main" id="{6FEC2718-1D71-4F60-8BD4-70EE09E98006}"/>
              </a:ext>
            </a:extLst>
          </p:cNvPr>
          <p:cNvSpPr>
            <a:spLocks xmlns:a="http://schemas.openxmlformats.org/drawingml/2006/main" noGrp="1"/>
          </p:cNvSpPr>
          <p:nvPr/>
        </p:nvSpPr>
        <p:spPr>
          <a:xfrm xmlns:a="http://schemas.openxmlformats.org/drawingml/2006/main">
            <a:off x="777240" y="1207008"/>
            <a:ext cx="6126480" cy="7498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4142B"/>
              </a:buClr>
              <a:buSzPts val="5000"/>
              <a:buFont typeface="Arial"/>
              <a:buNone/>
            </a:pPr>
            <a:r>
              <a:rPr sz="5000" b="1" i="0" u="none" cap="none">
                <a:solidFill>
                  <a:srgbClr val="14142B"/>
                </a:solidFill>
                <a:latin typeface="Arial"/>
                <a:ea typeface="Arial"/>
                <a:cs typeface="Arial"/>
              </a:rPr>
              <a:t>THREAD</a:t>
            </a:r>
            <a:endParaRPr sz="5000" b="0" i="0" u="none" cap="none">
              <a:solidFill>
                <a:schemeClr val="dk1"/>
              </a:solidFill>
              <a:latin typeface="Calibri"/>
              <a:ea typeface="Calibri"/>
              <a:cs typeface="Calibri"/>
            </a:endParaRPr>
          </a:p>
        </p:txBody>
      </p:sp>
      <p:sp>
        <p:nvSpPr>
          <p:cNvPr id="93" name="Google Shape;93;p1">
            <a:extLst xmlns:a="http://schemas.openxmlformats.org/drawingml/2006/main">
              <a:ext uri="{FF2B5EF4-FFF2-40B4-BE49-F238E27FC236}">
                <a16:creationId xmlns:a16="http://schemas.microsoft.com/office/drawing/2014/main" id="{042F8C0A-2086-4AC0-BA98-5709A0567D64}"/>
              </a:ext>
            </a:extLst>
          </p:cNvPr>
          <p:cNvSpPr>
            <a:spLocks xmlns:a="http://schemas.openxmlformats.org/drawingml/2006/main" noGrp="1"/>
          </p:cNvSpPr>
          <p:nvPr/>
        </p:nvSpPr>
        <p:spPr>
          <a:xfrm xmlns:a="http://schemas.openxmlformats.org/drawingml/2006/main">
            <a:off x="777240" y="1901952"/>
            <a:ext cx="6126480" cy="7498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6D28D9"/>
              </a:buClr>
              <a:buSzPts val="5000"/>
              <a:buFont typeface="Arial"/>
              <a:buNone/>
            </a:pPr>
            <a:r>
              <a:rPr sz="5000" b="1" i="0" u="none" cap="none">
                <a:solidFill>
                  <a:srgbClr val="6D28D9"/>
                </a:solidFill>
                <a:latin typeface="Arial"/>
                <a:ea typeface="Arial"/>
                <a:cs typeface="Arial"/>
              </a:rPr>
              <a:t>Theme 05</a:t>
            </a:r>
            <a:endParaRPr sz="5000" b="0" i="0" u="none" cap="none">
              <a:solidFill>
                <a:schemeClr val="dk1"/>
              </a:solidFill>
              <a:latin typeface="Calibri"/>
              <a:ea typeface="Calibri"/>
              <a:cs typeface="Calibri"/>
            </a:endParaRPr>
          </a:p>
        </p:txBody>
      </p:sp>
      <p:sp>
        <p:nvSpPr>
          <p:cNvPr id="94" name="Google Shape;94;p1">
            <a:extLst xmlns:a="http://schemas.openxmlformats.org/drawingml/2006/main">
              <a:ext uri="{FF2B5EF4-FFF2-40B4-BE49-F238E27FC236}">
                <a16:creationId xmlns:a16="http://schemas.microsoft.com/office/drawing/2014/main" id="{8AAD31F0-1B5B-4062-8065-800970FC3840}"/>
              </a:ext>
            </a:extLst>
          </p:cNvPr>
          <p:cNvSpPr>
            <a:spLocks xmlns:a="http://schemas.openxmlformats.org/drawingml/2006/main" noGrp="1"/>
          </p:cNvSpPr>
          <p:nvPr/>
        </p:nvSpPr>
        <p:spPr>
          <a:xfrm xmlns:a="http://schemas.openxmlformats.org/drawingml/2006/main">
            <a:off x="777240" y="2724912"/>
            <a:ext cx="61264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4142B"/>
              </a:buClr>
              <a:buSzPts val="2500"/>
              <a:buFont typeface="Arial"/>
              <a:buNone/>
              <a:defRPr sz="2175" b="1">
                <a:solidFill>
                  <a:srgbClr val="14142B"/>
                </a:solidFill>
                <a:latin typeface="Arial"/>
                <a:ea typeface="Arial"/>
                <a:cs typeface="Arial"/>
              </a:defRPr>
            </a:pPr>
            <a:r>
              <a:rPr sz="2175" b="1" i="0" u="none" cap="none">
                <a:solidFill>
                  <a:srgbClr val="14142B"/>
                </a:solidFill>
                <a:latin typeface="Arial"/>
                <a:ea typeface="Arial"/>
                <a:cs typeface="Arial"/>
              </a:rPr>
              <a:t>Interruptible real-time agents</a:t>
            </a:r>
            <a:endParaRPr sz="2500" b="0" i="0" u="none" cap="none">
              <a:solidFill>
                <a:schemeClr val="dk1"/>
              </a:solidFill>
              <a:latin typeface="Calibri"/>
              <a:ea typeface="Calibri"/>
              <a:cs typeface="Calibri"/>
            </a:endParaRPr>
          </a:p>
        </p:txBody>
      </p:sp>
      <p:sp>
        <p:nvSpPr>
          <p:cNvPr id="95" name="Google Shape;95;p1">
            <a:extLst xmlns:a="http://schemas.openxmlformats.org/drawingml/2006/main">
              <a:ext uri="{FF2B5EF4-FFF2-40B4-BE49-F238E27FC236}">
                <a16:creationId xmlns:a16="http://schemas.microsoft.com/office/drawing/2014/main" id="{0B6F59C5-971D-4523-B983-18722A2BA483}"/>
              </a:ext>
            </a:extLst>
          </p:cNvPr>
          <p:cNvSpPr>
            <a:spLocks xmlns:a="http://schemas.openxmlformats.org/drawingml/2006/main" noGrp="1"/>
          </p:cNvSpPr>
          <p:nvPr/>
        </p:nvSpPr>
        <p:spPr>
          <a:xfrm xmlns:a="http://schemas.openxmlformats.org/drawingml/2006/main">
            <a:off x="777240" y="3314700"/>
            <a:ext cx="6191250" cy="2857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177800" marR="0" lvl="0" indent="-177800" algn="l">
              <a:spcBef>
                <a:spcPts val="0"/>
              </a:spcBef>
              <a:spcAft>
                <a:spcPts val="0"/>
              </a:spcAft>
              <a:buClr>
                <a:srgbClr val="63637E"/>
              </a:buClr>
              <a:buSzPts val="1600"/>
              <a:buFont typeface="Calibri"/>
              <a:buChar char="•"/>
              <a:defRPr sz="1650">
                <a:solidFill>
                  <a:srgbClr val="646480"/>
                </a:solidFill>
                <a:latin typeface="Arial"/>
                <a:ea typeface="Arial"/>
                <a:cs typeface="Arial"/>
              </a:defRPr>
            </a:pPr>
            <a:r>
              <a:rPr sz="1650" b="0" i="0" u="none" cap="none">
                <a:solidFill>
                  <a:srgbClr val="646480"/>
                </a:solidFill>
                <a:latin typeface="Arial"/>
                <a:ea typeface="Arial"/>
                <a:cs typeface="Arial"/>
              </a:rPr>
              <a:t>Team: [TEAM NAME]</a:t>
            </a:r>
            <a:endParaRPr/>
          </a:p>
          <a:p xmlns:a="http://schemas.openxmlformats.org/drawingml/2006/main">
            <a:pPr marL="177800" marR="0" lvl="0" indent="-177800" algn="l">
              <a:spcBef>
                <a:spcPts val="500"/>
              </a:spcBef>
              <a:spcAft>
                <a:spcPts val="0"/>
              </a:spcAft>
              <a:buClr>
                <a:srgbClr val="63637E"/>
              </a:buClr>
              <a:buSzPts val="1600"/>
              <a:buFont typeface="Calibri"/>
              <a:buChar char="•"/>
              <a:defRPr sz="1650">
                <a:solidFill>
                  <a:srgbClr val="646480"/>
                </a:solidFill>
                <a:latin typeface="Arial"/>
                <a:ea typeface="Arial"/>
                <a:cs typeface="Arial"/>
              </a:defRPr>
            </a:pPr>
            <a:r>
              <a:rPr sz="1650" b="0" i="0" u="none" cap="none">
                <a:solidFill>
                  <a:srgbClr val="646480"/>
                </a:solidFill>
                <a:latin typeface="Arial"/>
                <a:ea typeface="Arial"/>
                <a:cs typeface="Arial"/>
              </a:rPr>
              <a:t>College: [COLLEGE NAME]</a:t>
            </a:r>
            <a:endParaRPr/>
          </a:p>
          <a:p xmlns:a="http://schemas.openxmlformats.org/drawingml/2006/main">
            <a:pPr marL="177800" marR="0" lvl="0" indent="-177800" algn="l">
              <a:spcBef>
                <a:spcPts val="500"/>
              </a:spcBef>
              <a:spcAft>
                <a:spcPts val="0"/>
              </a:spcAft>
              <a:buClr>
                <a:srgbClr val="63637E"/>
              </a:buClr>
              <a:buSzPts val="1600"/>
              <a:buFont typeface="Calibri"/>
              <a:buChar char="•"/>
              <a:defRPr sz="1650">
                <a:solidFill>
                  <a:srgbClr val="646480"/>
                </a:solidFill>
                <a:latin typeface="Arial"/>
                <a:ea typeface="Arial"/>
                <a:cs typeface="Arial"/>
              </a:defRPr>
            </a:pPr>
            <a:r>
              <a:rPr sz="1650" b="0" i="0" u="none" cap="none">
                <a:solidFill>
                  <a:srgbClr val="646480"/>
                </a:solidFill>
                <a:latin typeface="Arial"/>
                <a:ea typeface="Arial"/>
                <a:cs typeface="Arial"/>
              </a:rPr>
              <a:t>Member 1: [NAME]  [EMAIL]</a:t>
            </a:r>
            <a:endParaRPr/>
          </a:p>
          <a:p xmlns:a="http://schemas.openxmlformats.org/drawingml/2006/main">
            <a:pPr marL="177800" marR="0" lvl="0" indent="-177800" algn="l">
              <a:spcBef>
                <a:spcPts val="500"/>
              </a:spcBef>
              <a:spcAft>
                <a:spcPts val="0"/>
              </a:spcAft>
              <a:buClr>
                <a:srgbClr val="63637E"/>
              </a:buClr>
              <a:buSzPts val="1600"/>
              <a:buFont typeface="Calibri"/>
              <a:buChar char="•"/>
              <a:defRPr sz="1650">
                <a:solidFill>
                  <a:srgbClr val="646480"/>
                </a:solidFill>
                <a:latin typeface="Arial"/>
                <a:ea typeface="Arial"/>
                <a:cs typeface="Arial"/>
              </a:defRPr>
            </a:pPr>
            <a:r>
              <a:rPr sz="1650" b="0" i="0" u="none" cap="none">
                <a:solidFill>
                  <a:srgbClr val="646480"/>
                </a:solidFill>
                <a:latin typeface="Arial"/>
                <a:ea typeface="Arial"/>
                <a:cs typeface="Arial"/>
              </a:rPr>
              <a:t>Member 2: [NAME]  [EMAIL]</a:t>
            </a:r>
            <a:endParaRPr/>
          </a:p>
          <a:p xmlns:a="http://schemas.openxmlformats.org/drawingml/2006/main">
            <a:pPr marL="177800" marR="0" lvl="0" indent="-177800" algn="l">
              <a:spcBef>
                <a:spcPts val="500"/>
              </a:spcBef>
              <a:spcAft>
                <a:spcPts val="0"/>
              </a:spcAft>
              <a:buClr>
                <a:srgbClr val="63637E"/>
              </a:buClr>
              <a:buSzPts val="1600"/>
              <a:buFont typeface="Calibri"/>
              <a:buChar char="•"/>
              <a:defRPr sz="1650">
                <a:solidFill>
                  <a:srgbClr val="646480"/>
                </a:solidFill>
                <a:latin typeface="Arial"/>
                <a:ea typeface="Arial"/>
                <a:cs typeface="Arial"/>
              </a:defRPr>
            </a:pPr>
            <a:r>
              <a:rPr sz="1650" b="0" i="0" u="none" cap="none">
                <a:solidFill>
                  <a:srgbClr val="646480"/>
                </a:solidFill>
                <a:latin typeface="Arial"/>
                <a:ea typeface="Arial"/>
                <a:cs typeface="Arial"/>
              </a:rPr>
              <a:t>Member 3: [NAME OR N/A]  [EMAIL]</a:t>
            </a:r>
            <a:endParaRPr/>
          </a:p>
          <a:p xmlns:a="http://schemas.openxmlformats.org/drawingml/2006/main">
            <a:pPr marL="177800" marR="0" lvl="0" indent="-177800" algn="l">
              <a:spcBef>
                <a:spcPts val="500"/>
              </a:spcBef>
              <a:spcAft>
                <a:spcPts val="0"/>
              </a:spcAft>
              <a:buClr>
                <a:srgbClr val="63637E"/>
              </a:buClr>
              <a:buSzPts val="1600"/>
              <a:buFont typeface="Calibri"/>
              <a:buChar char="•"/>
              <a:defRPr sz="1650">
                <a:solidFill>
                  <a:srgbClr val="646480"/>
                </a:solidFill>
                <a:latin typeface="Arial"/>
                <a:ea typeface="Arial"/>
                <a:cs typeface="Arial"/>
              </a:defRPr>
            </a:pPr>
            <a:r>
              <a:rPr sz="1650" b="0" i="0" u="none" cap="none">
                <a:solidFill>
                  <a:srgbClr val="646480"/>
                </a:solidFill>
                <a:latin typeface="Arial"/>
                <a:ea typeface="Arial"/>
                <a:cs typeface="Arial"/>
              </a:rPr>
              <a:t>Member 4: [NAME OR N/A]  [EMAIL]</a:t>
            </a:r>
            <a:endParaRPr/>
          </a:p>
          <a:p xmlns:a="http://schemas.openxmlformats.org/drawingml/2006/main">
            <a:pPr marL="177800" marR="0" lvl="0" indent="-177800" algn="l">
              <a:spcBef>
                <a:spcPts val="500"/>
              </a:spcBef>
              <a:spcAft>
                <a:spcPts val="0"/>
              </a:spcAft>
              <a:buClr>
                <a:srgbClr val="63637E"/>
              </a:buClr>
              <a:buSzPts val="1600"/>
              <a:buFont typeface="Calibri"/>
              <a:buChar char="•"/>
              <a:defRPr sz="1650">
                <a:solidFill>
                  <a:srgbClr val="646480"/>
                </a:solidFill>
                <a:latin typeface="Arial"/>
                <a:ea typeface="Arial"/>
                <a:cs typeface="Arial"/>
              </a:defRPr>
            </a:pPr>
            <a:r>
              <a:rPr sz="1650" b="0" i="0" u="none" cap="none">
                <a:solidFill>
                  <a:srgbClr val="646480"/>
                </a:solidFill>
                <a:latin typeface="Arial"/>
                <a:ea typeface="Arial"/>
                <a:cs typeface="Arial"/>
              </a:rPr>
              <a:t>GitHub: [FINAL SUBMISSION REPOSITORY URL]</a:t>
            </a:r>
            <a:endParaRPr/>
          </a:p>
        </p:txBody>
      </p:sp>
      <p:pic>
        <p:nvPicPr>
          <p:cNvPr id="105" name="Google Shape;96;p1"/>
          <p:cNvPicPr>
            <a:picLocks xmlns:a="http://schemas.openxmlformats.org/drawingml/2006/main" noChangeAspect="1"/>
          </p:cNvPicPr>
          <p:nvPr/>
        </p:nvPicPr>
        <p:blipFill rotWithShape="1">
          <a:blip xmlns:r="http://schemas.openxmlformats.org/officeDocument/2006/relationships" xmlns:a="http://schemas.openxmlformats.org/drawingml/2006/main" r:embed="Rfc89fdf5a2124dee">
            <a:alphaModFix/>
          </a:blip>
          <a:srcRect xmlns:a="http://schemas.openxmlformats.org/drawingml/2006/main" l="0" t="0" r="0" b="0"/>
          <a:stretch xmlns:a="http://schemas.openxmlformats.org/drawingml/2006/main"/>
        </p:blipFill>
        <p:spPr>
          <a:xfrm xmlns:a="http://schemas.openxmlformats.org/drawingml/2006/main">
            <a:off x="7059168" y="1051560"/>
            <a:ext cx="4572000" cy="4572000"/>
          </a:xfrm>
          <a:prstGeom xmlns:a="http://schemas.openxmlformats.org/drawingml/2006/main" prst="rect">
            <a:avLst/>
          </a:prstGeom>
          <a:ln xmlns:a="http://schemas.openxmlformats.org/drawingml/2006/main">
            <a:noFill/>
          </a:ln>
        </p:spPr>
      </p:pic>
      <p:sp>
        <p:nvSpPr>
          <p:cNvPr id="97" name="evidence-note">
            <a:extLst xmlns:a="http://schemas.openxmlformats.org/drawingml/2006/main">
              <a:ext uri="{FF2B5EF4-FFF2-40B4-BE49-F238E27FC236}">
                <a16:creationId xmlns:a16="http://schemas.microsoft.com/office/drawing/2014/main" id="{E5A12BD2-3177-438C-9D0F-E97DAFBF0896}"/>
              </a:ext>
            </a:extLst>
          </p:cNvPr>
          <p:cNvSpPr>
            <a:spLocks xmlns:a="http://schemas.openxmlformats.org/drawingml/2006/main" noGrp="1"/>
          </p:cNvSpPr>
          <p:nvPr/>
        </p:nvSpPr>
        <p:spPr>
          <a:xfrm xmlns:a="http://schemas.openxmlformats.org/drawingml/2006/main">
            <a:off x="914400" y="6219825"/>
            <a:ext cx="10363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0">
                <a:solidFill>
                  <a:srgbClr val="646480"/>
                </a:solidFill>
                <a:latin typeface="Arial"/>
                <a:ea typeface="Arial"/>
                <a:cs typeface="Arial"/>
              </a:defRPr>
            </a:pPr>
            <a:r>
              <a:rPr sz="1350" b="0">
                <a:solidFill>
                  <a:srgbClr val="646480"/>
                </a:solidFill>
                <a:latin typeface="Arial"/>
                <a:ea typeface="Arial"/>
                <a:cs typeface="Arial"/>
              </a:rPr>
              <a:t>Prepared 28 September 2026. Local evidence snapshot, with pending team fields.</a:t>
            </a:r>
          </a:p>
        </p:txBody>
      </p:sp>
    </p:spTree>
    <p:extLst>
      <p:ext uri="{BB962C8B-B14F-4D97-AF65-F5344CB8AC3E}">
        <p14:creationId xmlns:p14="http://schemas.microsoft.com/office/powerpoint/2010/main" val="3842880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01" name="Google Shape;101;p2">
            <a:extLst xmlns:a="http://schemas.openxmlformats.org/drawingml/2006/main">
              <a:ext uri="{FF2B5EF4-FFF2-40B4-BE49-F238E27FC236}">
                <a16:creationId xmlns:a16="http://schemas.microsoft.com/office/drawing/2014/main" id="{39193BEE-7BD4-4489-B764-ACEA4F10041A}"/>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l">
              <a:lnSpc>
                <a:spcPct val="90000"/>
              </a:lnSpc>
              <a:spcBef>
                <a:spcPts val="0"/>
              </a:spcBef>
              <a:spcAft>
                <a:spcPts val="0"/>
              </a:spcAft>
              <a:buClr>
                <a:srgbClr val="704EA6"/>
              </a:buClr>
              <a:buSzPts val="4400"/>
              <a:buFont typeface="Calibri"/>
              <a:buNone/>
            </a:pPr>
            <a:r>
              <a:rPr b="1">
                <a:solidFill>
                  <a:srgbClr val="704EA6"/>
                </a:solidFill>
                <a:latin typeface="Calibri"/>
                <a:ea typeface="Calibri"/>
                <a:cs typeface="Calibri"/>
              </a:rPr>
              <a:t>Problem and objective</a:t>
            </a:r>
            <a:endParaRPr/>
          </a:p>
        </p:txBody>
      </p:sp>
      <p:sp>
        <p:nvSpPr>
          <p:cNvPr id="102" name="Google Shape;102;p2">
            <a:extLst xmlns:a="http://schemas.openxmlformats.org/drawingml/2006/main">
              <a:ext uri="{FF2B5EF4-FFF2-40B4-BE49-F238E27FC236}">
                <a16:creationId xmlns:a16="http://schemas.microsoft.com/office/drawing/2014/main" id="{6A9BFF22-C320-437B-9964-A5105D681261}"/>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p xmlns:a="http://schemas.openxmlformats.org/drawingml/2006/main">
            <a:pPr marL="228600" lvl="0" indent="-50800" algn="l">
              <a:lnSpc>
                <a:spcPct val="90000"/>
              </a:lnSpc>
              <a:spcBef>
                <a:spcPts val="0"/>
              </a:spcBef>
              <a:spcAft>
                <a:spcPts val="0"/>
              </a:spcAft>
              <a:buClr>
                <a:schemeClr val="dk1"/>
              </a:buClr>
              <a:buSzPts val="2800"/>
              <a:buNone/>
            </a:pPr>
            <a:r>
              <a:t/>
            </a:r>
            <a:endParaRPr/>
          </a:p>
        </p:txBody>
      </p:sp>
      <p:sp>
        <p:nvSpPr>
          <p:cNvPr id="103" name="Pauses and false starts">
            <a:extLst xmlns:a="http://schemas.openxmlformats.org/drawingml/2006/main">
              <a:ext uri="{FF2B5EF4-FFF2-40B4-BE49-F238E27FC236}">
                <a16:creationId xmlns:a16="http://schemas.microsoft.com/office/drawing/2014/main" id="{3E4B7F29-FF85-4409-9564-AA9A7D989E3B}"/>
              </a:ext>
            </a:extLst>
          </p:cNvPr>
          <p:cNvSpPr>
            <a:spLocks xmlns:a="http://schemas.openxmlformats.org/drawingml/2006/main" noGrp="1"/>
          </p:cNvSpPr>
          <p:nvPr/>
        </p:nvSpPr>
        <p:spPr>
          <a:xfrm xmlns:a="http://schemas.openxmlformats.org/drawingml/2006/main">
            <a:off x="914400" y="1885950"/>
            <a:ext cx="271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704CAD"/>
                </a:solidFill>
                <a:latin typeface="Arial"/>
                <a:ea typeface="Arial"/>
                <a:cs typeface="Arial"/>
              </a:defRPr>
            </a:pPr>
            <a:r>
              <a:rPr sz="2175" b="1">
                <a:solidFill>
                  <a:srgbClr val="704CAD"/>
                </a:solidFill>
                <a:latin typeface="Arial"/>
                <a:ea typeface="Arial"/>
                <a:cs typeface="Arial"/>
              </a:rPr>
              <a:t>Pauses and false starts</a:t>
            </a:r>
          </a:p>
        </p:txBody>
      </p:sp>
      <p:sp>
        <p:nvSpPr>
          <p:cNvPr id="104" name="Pauses and false starts-body">
            <a:extLst xmlns:a="http://schemas.openxmlformats.org/drawingml/2006/main">
              <a:ext uri="{FF2B5EF4-FFF2-40B4-BE49-F238E27FC236}">
                <a16:creationId xmlns:a16="http://schemas.microsoft.com/office/drawing/2014/main" id="{6A4689BC-5106-4335-962D-13CBA283BE2D}"/>
              </a:ext>
            </a:extLst>
          </p:cNvPr>
          <p:cNvSpPr>
            <a:spLocks xmlns:a="http://schemas.openxmlformats.org/drawingml/2006/main" noGrp="1"/>
          </p:cNvSpPr>
          <p:nvPr/>
        </p:nvSpPr>
        <p:spPr>
          <a:xfrm xmlns:a="http://schemas.openxmlformats.org/drawingml/2006/main">
            <a:off x="3762375" y="1885950"/>
            <a:ext cx="7334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00" b="0">
                <a:solidFill>
                  <a:srgbClr val="14142B"/>
                </a:solidFill>
                <a:latin typeface="Arial"/>
                <a:ea typeface="Arial"/>
                <a:cs typeface="Arial"/>
              </a:defRPr>
            </a:pPr>
            <a:r>
              <a:rPr sz="2100" b="0">
                <a:solidFill>
                  <a:srgbClr val="14142B"/>
                </a:solidFill>
                <a:latin typeface="Arial"/>
                <a:ea typeface="Arial"/>
                <a:cs typeface="Arial"/>
              </a:rPr>
              <a:t>Speech arrives in pieces. A pause can leave an action request unfinished.</a:t>
            </a:r>
          </a:p>
        </p:txBody>
      </p:sp>
      <p:sp>
        <p:nvSpPr>
          <p:cNvPr id="105" name="Self-corrections">
            <a:extLst xmlns:a="http://schemas.openxmlformats.org/drawingml/2006/main">
              <a:ext uri="{FF2B5EF4-FFF2-40B4-BE49-F238E27FC236}">
                <a16:creationId xmlns:a16="http://schemas.microsoft.com/office/drawing/2014/main" id="{A260BC53-2AF9-44DB-9BC1-3423DECE560B}"/>
              </a:ext>
            </a:extLst>
          </p:cNvPr>
          <p:cNvSpPr>
            <a:spLocks xmlns:a="http://schemas.openxmlformats.org/drawingml/2006/main" noGrp="1"/>
          </p:cNvSpPr>
          <p:nvPr/>
        </p:nvSpPr>
        <p:spPr>
          <a:xfrm xmlns:a="http://schemas.openxmlformats.org/drawingml/2006/main">
            <a:off x="914400" y="3114675"/>
            <a:ext cx="271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704CAD"/>
                </a:solidFill>
                <a:latin typeface="Arial"/>
                <a:ea typeface="Arial"/>
                <a:cs typeface="Arial"/>
              </a:defRPr>
            </a:pPr>
            <a:r>
              <a:rPr sz="2175" b="1">
                <a:solidFill>
                  <a:srgbClr val="704CAD"/>
                </a:solidFill>
                <a:latin typeface="Arial"/>
                <a:ea typeface="Arial"/>
                <a:cs typeface="Arial"/>
              </a:rPr>
              <a:t>Self-corrections</a:t>
            </a:r>
          </a:p>
        </p:txBody>
      </p:sp>
      <p:sp>
        <p:nvSpPr>
          <p:cNvPr id="106" name="Self-corrections-body">
            <a:extLst xmlns:a="http://schemas.openxmlformats.org/drawingml/2006/main">
              <a:ext uri="{FF2B5EF4-FFF2-40B4-BE49-F238E27FC236}">
                <a16:creationId xmlns:a16="http://schemas.microsoft.com/office/drawing/2014/main" id="{B85F9EC0-2EA4-45F9-924A-257B453543B1}"/>
              </a:ext>
            </a:extLst>
          </p:cNvPr>
          <p:cNvSpPr>
            <a:spLocks xmlns:a="http://schemas.openxmlformats.org/drawingml/2006/main" noGrp="1"/>
          </p:cNvSpPr>
          <p:nvPr/>
        </p:nvSpPr>
        <p:spPr>
          <a:xfrm xmlns:a="http://schemas.openxmlformats.org/drawingml/2006/main">
            <a:off x="3762375" y="3114675"/>
            <a:ext cx="7334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00" b="0">
                <a:solidFill>
                  <a:srgbClr val="14142B"/>
                </a:solidFill>
                <a:latin typeface="Arial"/>
                <a:ea typeface="Arial"/>
                <a:cs typeface="Arial"/>
              </a:defRPr>
            </a:pPr>
            <a:r>
              <a:rPr sz="2100" b="0">
                <a:solidFill>
                  <a:srgbClr val="14142B"/>
                </a:solidFill>
                <a:latin typeface="Arial"/>
                <a:ea typeface="Arial"/>
                <a:cs typeface="Arial"/>
              </a:rPr>
              <a:t>A new value must replace the earlier value while preserving the rest of the request.</a:t>
            </a:r>
          </a:p>
        </p:txBody>
      </p:sp>
      <p:sp>
        <p:nvSpPr>
          <p:cNvPr id="107" name="Late tool results">
            <a:extLst xmlns:a="http://schemas.openxmlformats.org/drawingml/2006/main">
              <a:ext uri="{FF2B5EF4-FFF2-40B4-BE49-F238E27FC236}">
                <a16:creationId xmlns:a16="http://schemas.microsoft.com/office/drawing/2014/main" id="{7A5FE0F8-D138-4AF1-A314-73CB0FB155A1}"/>
              </a:ext>
            </a:extLst>
          </p:cNvPr>
          <p:cNvSpPr>
            <a:spLocks xmlns:a="http://schemas.openxmlformats.org/drawingml/2006/main" noGrp="1"/>
          </p:cNvSpPr>
          <p:nvPr/>
        </p:nvSpPr>
        <p:spPr>
          <a:xfrm xmlns:a="http://schemas.openxmlformats.org/drawingml/2006/main">
            <a:off x="914400" y="4343400"/>
            <a:ext cx="271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704CAD"/>
                </a:solidFill>
                <a:latin typeface="Arial"/>
                <a:ea typeface="Arial"/>
                <a:cs typeface="Arial"/>
              </a:defRPr>
            </a:pPr>
            <a:r>
              <a:rPr sz="2175" b="1">
                <a:solidFill>
                  <a:srgbClr val="704CAD"/>
                </a:solidFill>
                <a:latin typeface="Arial"/>
                <a:ea typeface="Arial"/>
                <a:cs typeface="Arial"/>
              </a:rPr>
              <a:t>Late tool results</a:t>
            </a:r>
          </a:p>
        </p:txBody>
      </p:sp>
      <p:sp>
        <p:nvSpPr>
          <p:cNvPr id="108" name="Late tool results-body">
            <a:extLst xmlns:a="http://schemas.openxmlformats.org/drawingml/2006/main">
              <a:ext uri="{FF2B5EF4-FFF2-40B4-BE49-F238E27FC236}">
                <a16:creationId xmlns:a16="http://schemas.microsoft.com/office/drawing/2014/main" id="{A7001027-D781-4C2F-A769-40194EFDA8BC}"/>
              </a:ext>
            </a:extLst>
          </p:cNvPr>
          <p:cNvSpPr>
            <a:spLocks xmlns:a="http://schemas.openxmlformats.org/drawingml/2006/main" noGrp="1"/>
          </p:cNvSpPr>
          <p:nvPr/>
        </p:nvSpPr>
        <p:spPr>
          <a:xfrm xmlns:a="http://schemas.openxmlformats.org/drawingml/2006/main">
            <a:off x="3762375" y="4343400"/>
            <a:ext cx="7334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00" b="0">
                <a:solidFill>
                  <a:srgbClr val="14142B"/>
                </a:solidFill>
                <a:latin typeface="Arial"/>
                <a:ea typeface="Arial"/>
                <a:cs typeface="Arial"/>
              </a:defRPr>
            </a:pPr>
            <a:r>
              <a:rPr sz="2100" b="0">
                <a:solidFill>
                  <a:srgbClr val="14142B"/>
                </a:solidFill>
                <a:latin typeface="Arial"/>
                <a:ea typeface="Arial"/>
                <a:cs typeface="Arial"/>
              </a:rPr>
              <a:t>A completed external effect still needs an honest outcome, even after the user changes direction.</a:t>
            </a:r>
          </a:p>
        </p:txBody>
      </p:sp>
      <p:sp>
        <p:nvSpPr>
          <p:cNvPr id="109" name="evidence-note">
            <a:extLst xmlns:a="http://schemas.openxmlformats.org/drawingml/2006/main">
              <a:ext uri="{FF2B5EF4-FFF2-40B4-BE49-F238E27FC236}">
                <a16:creationId xmlns:a16="http://schemas.microsoft.com/office/drawing/2014/main" id="{B13EE76D-7E95-45E6-99BB-483B0702CCFD}"/>
              </a:ext>
            </a:extLst>
          </p:cNvPr>
          <p:cNvSpPr>
            <a:spLocks xmlns:a="http://schemas.openxmlformats.org/drawingml/2006/main" noGrp="1"/>
          </p:cNvSpPr>
          <p:nvPr/>
        </p:nvSpPr>
        <p:spPr>
          <a:xfrm xmlns:a="http://schemas.openxmlformats.org/drawingml/2006/main">
            <a:off x="914400" y="6219825"/>
            <a:ext cx="10363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0">
                <a:solidFill>
                  <a:srgbClr val="646480"/>
                </a:solidFill>
                <a:latin typeface="Arial"/>
                <a:ea typeface="Arial"/>
                <a:cs typeface="Arial"/>
              </a:defRPr>
            </a:pPr>
            <a:r>
              <a:rPr sz="1350" b="0">
                <a:solidFill>
                  <a:srgbClr val="646480"/>
                </a:solidFill>
                <a:latin typeface="Arial"/>
                <a:ea typeface="Arial"/>
                <a:cs typeface="Arial"/>
              </a:rPr>
              <a:t>FDB-v3: 100 recordings, 79 scenarios and 12 speakers. Local goal: 100/100 strict passes.</a:t>
            </a:r>
          </a:p>
        </p:txBody>
      </p:sp>
    </p:spTree>
    <p:extLst>
      <p:ext uri="{BB962C8B-B14F-4D97-AF65-F5344CB8AC3E}">
        <p14:creationId xmlns:p14="http://schemas.microsoft.com/office/powerpoint/2010/main" val="162813804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07" name="Google Shape;107;p3">
            <a:extLst xmlns:a="http://schemas.openxmlformats.org/drawingml/2006/main">
              <a:ext uri="{FF2B5EF4-FFF2-40B4-BE49-F238E27FC236}">
                <a16:creationId xmlns:a16="http://schemas.microsoft.com/office/drawing/2014/main" id="{177A122F-B8EC-48F6-9D7D-A69BEC953519}"/>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l">
              <a:lnSpc>
                <a:spcPct val="90000"/>
              </a:lnSpc>
              <a:spcBef>
                <a:spcPts val="0"/>
              </a:spcBef>
              <a:spcAft>
                <a:spcPts val="0"/>
              </a:spcAft>
              <a:buClr>
                <a:srgbClr val="704EA6"/>
              </a:buClr>
              <a:buSzPts val="4400"/>
              <a:buFont typeface="Calibri"/>
              <a:buNone/>
            </a:pPr>
            <a:r>
              <a:rPr b="1">
                <a:solidFill>
                  <a:srgbClr val="704EA6"/>
                </a:solidFill>
                <a:latin typeface="Calibri"/>
                <a:ea typeface="Calibri"/>
                <a:cs typeface="Calibri"/>
              </a:rPr>
              <a:t>Architecture</a:t>
            </a:r>
            <a:endParaRPr/>
          </a:p>
        </p:txBody>
      </p:sp>
      <p:sp>
        <p:nvSpPr>
          <p:cNvPr id="108" name="Google Shape;108;p3">
            <a:extLst xmlns:a="http://schemas.openxmlformats.org/drawingml/2006/main">
              <a:ext uri="{FF2B5EF4-FFF2-40B4-BE49-F238E27FC236}">
                <a16:creationId xmlns:a16="http://schemas.microsoft.com/office/drawing/2014/main" id="{D2E7ABE4-D555-48E9-8AF3-19AE127204FA}"/>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p xmlns:a="http://schemas.openxmlformats.org/drawingml/2006/main">
            <a:pPr marL="228600" lvl="0" indent="-50800" algn="l">
              <a:lnSpc>
                <a:spcPct val="90000"/>
              </a:lnSpc>
              <a:spcBef>
                <a:spcPts val="0"/>
              </a:spcBef>
              <a:spcAft>
                <a:spcPts val="0"/>
              </a:spcAft>
              <a:buClr>
                <a:schemeClr val="dk1"/>
              </a:buClr>
              <a:buSzPts val="2800"/>
              <a:buNone/>
            </a:pPr>
            <a:r>
              <a:t/>
            </a:r>
            <a:endParaRPr/>
          </a:p>
        </p:txBody>
      </p:sp>
      <p:sp>
        <p:nvSpPr>
          <p:cNvPr id="109" name="architecture-stage-0">
            <a:extLst xmlns:a="http://schemas.openxmlformats.org/drawingml/2006/main">
              <a:ext uri="{FF2B5EF4-FFF2-40B4-BE49-F238E27FC236}">
                <a16:creationId xmlns:a16="http://schemas.microsoft.com/office/drawing/2014/main" id="{D24531A9-810D-4A86-A6F1-B8113858554C}"/>
              </a:ext>
            </a:extLst>
          </p:cNvPr>
          <p:cNvSpPr>
            <a:spLocks xmlns:a="http://schemas.openxmlformats.org/drawingml/2006/main" noGrp="1"/>
          </p:cNvSpPr>
          <p:nvPr/>
        </p:nvSpPr>
        <p:spPr>
          <a:xfrm xmlns:a="http://schemas.openxmlformats.org/drawingml/2006/main">
            <a:off x="952500" y="1695450"/>
            <a:ext cx="4000500" cy="542925"/>
          </a:xfrm>
          <a:prstGeom xmlns:a="http://schemas.openxmlformats.org/drawingml/2006/main" prst="rect">
            <a:avLst/>
          </a:prstGeom>
          <a:solidFill xmlns:a="http://schemas.openxmlformats.org/drawingml/2006/main">
            <a:srgbClr val="F6F2FB"/>
          </a:solidFill>
          <a:ln xmlns:a="http://schemas.openxmlformats.org/drawingml/2006/main" w="9525">
            <a:solidFill>
              <a:srgbClr val="704CAD"/>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4142B"/>
                </a:solidFill>
                <a:latin typeface="Arial"/>
                <a:ea typeface="Arial"/>
                <a:cs typeface="Arial"/>
              </a:defRPr>
            </a:pPr>
            <a:r>
              <a:rPr sz="1875" b="1">
                <a:solidFill>
                  <a:srgbClr val="14142B"/>
                </a:solidFill>
                <a:latin typeface="Arial"/>
                <a:ea typeface="Arial"/>
                <a:cs typeface="Arial"/>
              </a:rPr>
              <a:t>LiveKit room audio</a:t>
            </a:r>
          </a:p>
        </p:txBody>
      </p:sp>
      <p:sp>
        <p:nvSpPr>
          <p:cNvPr id="110" name="architecture-detail-0">
            <a:extLst xmlns:a="http://schemas.openxmlformats.org/drawingml/2006/main">
              <a:ext uri="{FF2B5EF4-FFF2-40B4-BE49-F238E27FC236}">
                <a16:creationId xmlns:a16="http://schemas.microsoft.com/office/drawing/2014/main" id="{28C34060-3634-4CA9-ACCE-BC836480EADD}"/>
              </a:ext>
            </a:extLst>
          </p:cNvPr>
          <p:cNvSpPr>
            <a:spLocks xmlns:a="http://schemas.openxmlformats.org/drawingml/2006/main" noGrp="1"/>
          </p:cNvSpPr>
          <p:nvPr/>
        </p:nvSpPr>
        <p:spPr>
          <a:xfrm xmlns:a="http://schemas.openxmlformats.org/drawingml/2006/main">
            <a:off x="5381625" y="1733550"/>
            <a:ext cx="5848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14142B"/>
                </a:solidFill>
                <a:latin typeface="Arial"/>
                <a:ea typeface="Arial"/>
                <a:cs typeface="Arial"/>
              </a:defRPr>
            </a:pPr>
            <a:r>
              <a:rPr sz="1875" b="0">
                <a:solidFill>
                  <a:srgbClr val="14142B"/>
                </a:solidFill>
                <a:latin typeface="Arial"/>
                <a:ea typeface="Arial"/>
                <a:cs typeface="Arial"/>
              </a:rPr>
              <a:t>VAD identifies each incoming speech segment.</a:t>
            </a:r>
          </a:p>
        </p:txBody>
      </p:sp>
      <p:sp>
        <p:nvSpPr>
          <p:cNvPr id="111" name="architecture-stage-1">
            <a:extLst xmlns:a="http://schemas.openxmlformats.org/drawingml/2006/main">
              <a:ext uri="{FF2B5EF4-FFF2-40B4-BE49-F238E27FC236}">
                <a16:creationId xmlns:a16="http://schemas.microsoft.com/office/drawing/2014/main" id="{E227B9CC-BC9E-4D45-B093-58BEC65BFD9D}"/>
              </a:ext>
            </a:extLst>
          </p:cNvPr>
          <p:cNvSpPr>
            <a:spLocks xmlns:a="http://schemas.openxmlformats.org/drawingml/2006/main" noGrp="1"/>
          </p:cNvSpPr>
          <p:nvPr/>
        </p:nvSpPr>
        <p:spPr>
          <a:xfrm xmlns:a="http://schemas.openxmlformats.org/drawingml/2006/main">
            <a:off x="952500" y="2428875"/>
            <a:ext cx="4000500" cy="542925"/>
          </a:xfrm>
          <a:prstGeom xmlns:a="http://schemas.openxmlformats.org/drawingml/2006/main" prst="rect">
            <a:avLst/>
          </a:prstGeom>
          <a:solidFill xmlns:a="http://schemas.openxmlformats.org/drawingml/2006/main">
            <a:srgbClr val="F6F2FB"/>
          </a:solidFill>
          <a:ln xmlns:a="http://schemas.openxmlformats.org/drawingml/2006/main" w="9525">
            <a:solidFill>
              <a:srgbClr val="704CAD"/>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4142B"/>
                </a:solidFill>
                <a:latin typeface="Arial"/>
                <a:ea typeface="Arial"/>
                <a:cs typeface="Arial"/>
              </a:defRPr>
            </a:pPr>
            <a:r>
              <a:rPr sz="1875" b="1">
                <a:solidFill>
                  <a:srgbClr val="14142B"/>
                </a:solidFill>
                <a:latin typeface="Arial"/>
                <a:ea typeface="Arial"/>
                <a:cs typeface="Arial"/>
              </a:rPr>
              <a:t>Whisper and logical turns</a:t>
            </a:r>
          </a:p>
        </p:txBody>
      </p:sp>
      <p:sp>
        <p:nvSpPr>
          <p:cNvPr id="112" name="architecture-detail-1">
            <a:extLst xmlns:a="http://schemas.openxmlformats.org/drawingml/2006/main">
              <a:ext uri="{FF2B5EF4-FFF2-40B4-BE49-F238E27FC236}">
                <a16:creationId xmlns:a16="http://schemas.microsoft.com/office/drawing/2014/main" id="{6920DC6A-DCED-4765-8D5E-4E2B961DF65A}"/>
              </a:ext>
            </a:extLst>
          </p:cNvPr>
          <p:cNvSpPr>
            <a:spLocks xmlns:a="http://schemas.openxmlformats.org/drawingml/2006/main" noGrp="1"/>
          </p:cNvSpPr>
          <p:nvPr/>
        </p:nvSpPr>
        <p:spPr>
          <a:xfrm xmlns:a="http://schemas.openxmlformats.org/drawingml/2006/main">
            <a:off x="5381625" y="2466975"/>
            <a:ext cx="5848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14142B"/>
                </a:solidFill>
                <a:latin typeface="Arial"/>
                <a:ea typeface="Arial"/>
                <a:cs typeface="Arial"/>
              </a:defRPr>
            </a:pPr>
            <a:r>
              <a:rPr sz="1875" b="0">
                <a:solidFill>
                  <a:srgbClr val="14142B"/>
                </a:solidFill>
                <a:latin typeface="Arial"/>
                <a:ea typeface="Arial"/>
                <a:cs typeface="Arial"/>
              </a:rPr>
              <a:t>base.en recognition feeds revision-aware context.</a:t>
            </a:r>
          </a:p>
        </p:txBody>
      </p:sp>
      <p:cxnSp>
        <p:nvCxnSpPr>
          <p:cNvPr id="171" name=""/>
          <p:cNvCxnSpPr>
            <a:stCxn xmlns:a="http://schemas.openxmlformats.org/drawingml/2006/main" id="109" idx="2"/>
            <a:endCxn xmlns:a="http://schemas.openxmlformats.org/drawingml/2006/main" id="111" idx="0"/>
          </p:cNvCxnSpPr>
          <p:nvPr/>
        </p:nvCxnSpPr>
        <p:spPr>
          <a:xfrm xmlns:a="http://schemas.openxmlformats.org/drawingml/2006/main">
            <a:off x="2952750" y="2238375"/>
            <a:ext cx="0" cy="190500"/>
          </a:xfrm>
          <a:prstGeom xmlns:a="http://schemas.openxmlformats.org/drawingml/2006/main" prst="straightConnector1">
            <a:avLst/>
          </a:prstGeom>
          <a:ln xmlns:a="http://schemas.openxmlformats.org/drawingml/2006/main" w="19050">
            <a:solidFill>
              <a:srgbClr val="704CAD"/>
            </a:solidFill>
            <a:tailEnd type="arrow" w="med" len="med"/>
          </a:ln>
        </p:spPr>
      </p:cxnSp>
      <p:sp>
        <p:nvSpPr>
          <p:cNvPr id="114" name="architecture-stage-2">
            <a:extLst xmlns:a="http://schemas.openxmlformats.org/drawingml/2006/main">
              <a:ext uri="{FF2B5EF4-FFF2-40B4-BE49-F238E27FC236}">
                <a16:creationId xmlns:a16="http://schemas.microsoft.com/office/drawing/2014/main" id="{B803C295-7193-435E-B78B-B09F4288B5DC}"/>
              </a:ext>
            </a:extLst>
          </p:cNvPr>
          <p:cNvSpPr>
            <a:spLocks xmlns:a="http://schemas.openxmlformats.org/drawingml/2006/main" noGrp="1"/>
          </p:cNvSpPr>
          <p:nvPr/>
        </p:nvSpPr>
        <p:spPr>
          <a:xfrm xmlns:a="http://schemas.openxmlformats.org/drawingml/2006/main">
            <a:off x="952500" y="3162300"/>
            <a:ext cx="4000500" cy="542925"/>
          </a:xfrm>
          <a:prstGeom xmlns:a="http://schemas.openxmlformats.org/drawingml/2006/main" prst="rect">
            <a:avLst/>
          </a:prstGeom>
          <a:solidFill xmlns:a="http://schemas.openxmlformats.org/drawingml/2006/main">
            <a:srgbClr val="F6F2FB"/>
          </a:solidFill>
          <a:ln xmlns:a="http://schemas.openxmlformats.org/drawingml/2006/main" w="9525">
            <a:solidFill>
              <a:srgbClr val="704CAD"/>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4142B"/>
                </a:solidFill>
                <a:latin typeface="Arial"/>
                <a:ea typeface="Arial"/>
                <a:cs typeface="Arial"/>
              </a:defRPr>
            </a:pPr>
            <a:r>
              <a:rPr sz="1875" b="1">
                <a:solidFill>
                  <a:srgbClr val="14142B"/>
                </a:solidFill>
                <a:latin typeface="Arial"/>
                <a:ea typeface="Arial"/>
                <a:cs typeface="Arial"/>
              </a:rPr>
              <a:t>Local Qwen3.5-4B planner</a:t>
            </a:r>
          </a:p>
        </p:txBody>
      </p:sp>
      <p:sp>
        <p:nvSpPr>
          <p:cNvPr id="115" name="architecture-detail-2">
            <a:extLst xmlns:a="http://schemas.openxmlformats.org/drawingml/2006/main">
              <a:ext uri="{FF2B5EF4-FFF2-40B4-BE49-F238E27FC236}">
                <a16:creationId xmlns:a16="http://schemas.microsoft.com/office/drawing/2014/main" id="{6F96137A-2DFC-4436-90E6-FE028AD93D23}"/>
              </a:ext>
            </a:extLst>
          </p:cNvPr>
          <p:cNvSpPr>
            <a:spLocks xmlns:a="http://schemas.openxmlformats.org/drawingml/2006/main" noGrp="1"/>
          </p:cNvSpPr>
          <p:nvPr/>
        </p:nvSpPr>
        <p:spPr>
          <a:xfrm xmlns:a="http://schemas.openxmlformats.org/drawingml/2006/main">
            <a:off x="5381625" y="3200400"/>
            <a:ext cx="5848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14142B"/>
                </a:solidFill>
                <a:latin typeface="Arial"/>
                <a:ea typeface="Arial"/>
                <a:cs typeface="Arial"/>
              </a:defRPr>
            </a:pPr>
            <a:r>
              <a:rPr sz="1875" b="0">
                <a:solidFill>
                  <a:srgbClr val="14142B"/>
                </a:solidFill>
                <a:latin typeface="Arial"/>
                <a:ea typeface="Arial"/>
                <a:cs typeface="Arial"/>
              </a:rPr>
              <a:t>Schema-constrained proposals cite user clauses.</a:t>
            </a:r>
          </a:p>
        </p:txBody>
      </p:sp>
      <p:cxnSp>
        <p:nvCxnSpPr>
          <p:cNvPr id="174" name=""/>
          <p:cNvCxnSpPr>
            <a:stCxn xmlns:a="http://schemas.openxmlformats.org/drawingml/2006/main" id="111" idx="2"/>
            <a:endCxn xmlns:a="http://schemas.openxmlformats.org/drawingml/2006/main" id="114" idx="0"/>
          </p:cNvCxnSpPr>
          <p:nvPr/>
        </p:nvCxnSpPr>
        <p:spPr>
          <a:xfrm xmlns:a="http://schemas.openxmlformats.org/drawingml/2006/main">
            <a:off x="2952750" y="2971800"/>
            <a:ext cx="0" cy="190500"/>
          </a:xfrm>
          <a:prstGeom xmlns:a="http://schemas.openxmlformats.org/drawingml/2006/main" prst="straightConnector1">
            <a:avLst/>
          </a:prstGeom>
          <a:ln xmlns:a="http://schemas.openxmlformats.org/drawingml/2006/main" w="19050">
            <a:solidFill>
              <a:srgbClr val="704CAD"/>
            </a:solidFill>
            <a:tailEnd type="arrow" w="med" len="med"/>
          </a:ln>
        </p:spPr>
      </p:cxnSp>
      <p:sp>
        <p:nvSpPr>
          <p:cNvPr id="117" name="architecture-stage-3">
            <a:extLst xmlns:a="http://schemas.openxmlformats.org/drawingml/2006/main">
              <a:ext uri="{FF2B5EF4-FFF2-40B4-BE49-F238E27FC236}">
                <a16:creationId xmlns:a16="http://schemas.microsoft.com/office/drawing/2014/main" id="{17CC9808-30C2-4F2C-B3CA-144F267BB0EE}"/>
              </a:ext>
            </a:extLst>
          </p:cNvPr>
          <p:cNvSpPr>
            <a:spLocks xmlns:a="http://schemas.openxmlformats.org/drawingml/2006/main" noGrp="1"/>
          </p:cNvSpPr>
          <p:nvPr/>
        </p:nvSpPr>
        <p:spPr>
          <a:xfrm xmlns:a="http://schemas.openxmlformats.org/drawingml/2006/main">
            <a:off x="952500" y="3895725"/>
            <a:ext cx="4000500" cy="542925"/>
          </a:xfrm>
          <a:prstGeom xmlns:a="http://schemas.openxmlformats.org/drawingml/2006/main" prst="rect">
            <a:avLst/>
          </a:prstGeom>
          <a:solidFill xmlns:a="http://schemas.openxmlformats.org/drawingml/2006/main">
            <a:srgbClr val="F6F2FB"/>
          </a:solidFill>
          <a:ln xmlns:a="http://schemas.openxmlformats.org/drawingml/2006/main" w="9525">
            <a:solidFill>
              <a:srgbClr val="704CAD"/>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4142B"/>
                </a:solidFill>
                <a:latin typeface="Arial"/>
                <a:ea typeface="Arial"/>
                <a:cs typeface="Arial"/>
              </a:defRPr>
            </a:pPr>
            <a:r>
              <a:rPr sz="1875" b="1">
                <a:solidFill>
                  <a:srgbClr val="14142B"/>
                </a:solidFill>
                <a:latin typeface="Arial"/>
                <a:ea typeface="Arial"/>
                <a:cs typeface="Arial"/>
              </a:rPr>
              <a:t>THREAD controller</a:t>
            </a:r>
          </a:p>
        </p:txBody>
      </p:sp>
      <p:sp>
        <p:nvSpPr>
          <p:cNvPr id="118" name="architecture-detail-3">
            <a:extLst xmlns:a="http://schemas.openxmlformats.org/drawingml/2006/main">
              <a:ext uri="{FF2B5EF4-FFF2-40B4-BE49-F238E27FC236}">
                <a16:creationId xmlns:a16="http://schemas.microsoft.com/office/drawing/2014/main" id="{F1101445-24AF-4C29-B54A-40307E479BF0}"/>
              </a:ext>
            </a:extLst>
          </p:cNvPr>
          <p:cNvSpPr>
            <a:spLocks xmlns:a="http://schemas.openxmlformats.org/drawingml/2006/main" noGrp="1"/>
          </p:cNvSpPr>
          <p:nvPr/>
        </p:nvSpPr>
        <p:spPr>
          <a:xfrm xmlns:a="http://schemas.openxmlformats.org/drawingml/2006/main">
            <a:off x="5381625" y="3933825"/>
            <a:ext cx="5848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14142B"/>
                </a:solidFill>
                <a:latin typeface="Arial"/>
                <a:ea typeface="Arial"/>
                <a:cs typeface="Arial"/>
              </a:defRPr>
            </a:pPr>
            <a:r>
              <a:rPr sz="1875" b="0">
                <a:solidFill>
                  <a:srgbClr val="14142B"/>
                </a:solidFill>
                <a:latin typeface="Arial"/>
                <a:ea typeface="Arial"/>
                <a:cs typeface="Arial"/>
              </a:rPr>
              <a:t>Checks current authority and arguments at dispatch.</a:t>
            </a:r>
          </a:p>
        </p:txBody>
      </p:sp>
      <p:cxnSp>
        <p:nvCxnSpPr>
          <p:cNvPr id="177" name=""/>
          <p:cNvCxnSpPr>
            <a:stCxn xmlns:a="http://schemas.openxmlformats.org/drawingml/2006/main" id="114" idx="2"/>
            <a:endCxn xmlns:a="http://schemas.openxmlformats.org/drawingml/2006/main" id="117" idx="0"/>
          </p:cNvCxnSpPr>
          <p:nvPr/>
        </p:nvCxnSpPr>
        <p:spPr>
          <a:xfrm xmlns:a="http://schemas.openxmlformats.org/drawingml/2006/main">
            <a:off x="2952750" y="3705225"/>
            <a:ext cx="0" cy="190500"/>
          </a:xfrm>
          <a:prstGeom xmlns:a="http://schemas.openxmlformats.org/drawingml/2006/main" prst="straightConnector1">
            <a:avLst/>
          </a:prstGeom>
          <a:ln xmlns:a="http://schemas.openxmlformats.org/drawingml/2006/main" w="19050">
            <a:solidFill>
              <a:srgbClr val="704CAD"/>
            </a:solidFill>
            <a:tailEnd type="arrow" w="med" len="med"/>
          </a:ln>
        </p:spPr>
      </p:cxnSp>
      <p:sp>
        <p:nvSpPr>
          <p:cNvPr id="120" name="architecture-stage-4">
            <a:extLst xmlns:a="http://schemas.openxmlformats.org/drawingml/2006/main">
              <a:ext uri="{FF2B5EF4-FFF2-40B4-BE49-F238E27FC236}">
                <a16:creationId xmlns:a16="http://schemas.microsoft.com/office/drawing/2014/main" id="{1B058E5A-BF2C-4E7A-AC1F-E41EDFDEEA69}"/>
              </a:ext>
            </a:extLst>
          </p:cNvPr>
          <p:cNvSpPr>
            <a:spLocks xmlns:a="http://schemas.openxmlformats.org/drawingml/2006/main" noGrp="1"/>
          </p:cNvSpPr>
          <p:nvPr/>
        </p:nvSpPr>
        <p:spPr>
          <a:xfrm xmlns:a="http://schemas.openxmlformats.org/drawingml/2006/main">
            <a:off x="952500" y="4629150"/>
            <a:ext cx="4000500" cy="542925"/>
          </a:xfrm>
          <a:prstGeom xmlns:a="http://schemas.openxmlformats.org/drawingml/2006/main" prst="rect">
            <a:avLst/>
          </a:prstGeom>
          <a:solidFill xmlns:a="http://schemas.openxmlformats.org/drawingml/2006/main">
            <a:srgbClr val="F6F2FB"/>
          </a:solidFill>
          <a:ln xmlns:a="http://schemas.openxmlformats.org/drawingml/2006/main" w="9525">
            <a:solidFill>
              <a:srgbClr val="704CAD"/>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4142B"/>
                </a:solidFill>
                <a:latin typeface="Arial"/>
                <a:ea typeface="Arial"/>
                <a:cs typeface="Arial"/>
              </a:defRPr>
            </a:pPr>
            <a:r>
              <a:rPr sz="1875" b="1">
                <a:solidFill>
                  <a:srgbClr val="14142B"/>
                </a:solidFill>
                <a:latin typeface="Arial"/>
                <a:ea typeface="Arial"/>
                <a:cs typeface="Arial"/>
              </a:rPr>
              <a:t>Tools and outcome ledger</a:t>
            </a:r>
          </a:p>
        </p:txBody>
      </p:sp>
      <p:sp>
        <p:nvSpPr>
          <p:cNvPr id="121" name="architecture-detail-4">
            <a:extLst xmlns:a="http://schemas.openxmlformats.org/drawingml/2006/main">
              <a:ext uri="{FF2B5EF4-FFF2-40B4-BE49-F238E27FC236}">
                <a16:creationId xmlns:a16="http://schemas.microsoft.com/office/drawing/2014/main" id="{52C32B11-F55D-4DE4-BBF3-9A13E754869F}"/>
              </a:ext>
            </a:extLst>
          </p:cNvPr>
          <p:cNvSpPr>
            <a:spLocks xmlns:a="http://schemas.openxmlformats.org/drawingml/2006/main" noGrp="1"/>
          </p:cNvSpPr>
          <p:nvPr/>
        </p:nvSpPr>
        <p:spPr>
          <a:xfrm xmlns:a="http://schemas.openxmlformats.org/drawingml/2006/main">
            <a:off x="5381625" y="4667250"/>
            <a:ext cx="5848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14142B"/>
                </a:solidFill>
                <a:latin typeface="Arial"/>
                <a:ea typeface="Arial"/>
                <a:cs typeface="Arial"/>
              </a:defRPr>
            </a:pPr>
            <a:r>
              <a:rPr sz="1875" b="0">
                <a:solidFill>
                  <a:srgbClr val="14142B"/>
                </a:solidFill>
                <a:latin typeface="Arial"/>
                <a:ea typeface="Arial"/>
                <a:cs typeface="Arial"/>
              </a:rPr>
              <a:t>Runs pinned FDB tools or the Android bridge.</a:t>
            </a:r>
          </a:p>
        </p:txBody>
      </p:sp>
      <p:cxnSp>
        <p:nvCxnSpPr>
          <p:cNvPr id="180" name=""/>
          <p:cNvCxnSpPr>
            <a:stCxn xmlns:a="http://schemas.openxmlformats.org/drawingml/2006/main" id="117" idx="2"/>
            <a:endCxn xmlns:a="http://schemas.openxmlformats.org/drawingml/2006/main" id="120" idx="0"/>
          </p:cNvCxnSpPr>
          <p:nvPr/>
        </p:nvCxnSpPr>
        <p:spPr>
          <a:xfrm xmlns:a="http://schemas.openxmlformats.org/drawingml/2006/main">
            <a:off x="2952750" y="4438650"/>
            <a:ext cx="0" cy="190500"/>
          </a:xfrm>
          <a:prstGeom xmlns:a="http://schemas.openxmlformats.org/drawingml/2006/main" prst="straightConnector1">
            <a:avLst/>
          </a:prstGeom>
          <a:ln xmlns:a="http://schemas.openxmlformats.org/drawingml/2006/main" w="19050">
            <a:solidFill>
              <a:srgbClr val="704CAD"/>
            </a:solidFill>
            <a:tailEnd type="arrow" w="med" len="med"/>
          </a:ln>
        </p:spPr>
      </p:cxnSp>
      <p:sp>
        <p:nvSpPr>
          <p:cNvPr id="123" name="architecture-stage-5">
            <a:extLst xmlns:a="http://schemas.openxmlformats.org/drawingml/2006/main">
              <a:ext uri="{FF2B5EF4-FFF2-40B4-BE49-F238E27FC236}">
                <a16:creationId xmlns:a16="http://schemas.microsoft.com/office/drawing/2014/main" id="{9A78C38A-714F-44F7-A514-CC8C72858001}"/>
              </a:ext>
            </a:extLst>
          </p:cNvPr>
          <p:cNvSpPr>
            <a:spLocks xmlns:a="http://schemas.openxmlformats.org/drawingml/2006/main" noGrp="1"/>
          </p:cNvSpPr>
          <p:nvPr/>
        </p:nvSpPr>
        <p:spPr>
          <a:xfrm xmlns:a="http://schemas.openxmlformats.org/drawingml/2006/main">
            <a:off x="952500" y="5362575"/>
            <a:ext cx="4000500" cy="542925"/>
          </a:xfrm>
          <a:prstGeom xmlns:a="http://schemas.openxmlformats.org/drawingml/2006/main" prst="rect">
            <a:avLst/>
          </a:prstGeom>
          <a:solidFill xmlns:a="http://schemas.openxmlformats.org/drawingml/2006/main">
            <a:srgbClr val="F6F2FB"/>
          </a:solidFill>
          <a:ln xmlns:a="http://schemas.openxmlformats.org/drawingml/2006/main" w="9525">
            <a:solidFill>
              <a:srgbClr val="704CAD"/>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4142B"/>
                </a:solidFill>
                <a:latin typeface="Arial"/>
                <a:ea typeface="Arial"/>
                <a:cs typeface="Arial"/>
              </a:defRPr>
            </a:pPr>
            <a:r>
              <a:rPr sz="1875" b="1">
                <a:solidFill>
                  <a:srgbClr val="14142B"/>
                </a:solidFill>
                <a:latin typeface="Arial"/>
                <a:ea typeface="Arial"/>
                <a:cs typeface="Arial"/>
              </a:rPr>
              <a:t>Local speech output</a:t>
            </a:r>
          </a:p>
        </p:txBody>
      </p:sp>
      <p:sp>
        <p:nvSpPr>
          <p:cNvPr id="124" name="architecture-detail-5">
            <a:extLst xmlns:a="http://schemas.openxmlformats.org/drawingml/2006/main">
              <a:ext uri="{FF2B5EF4-FFF2-40B4-BE49-F238E27FC236}">
                <a16:creationId xmlns:a16="http://schemas.microsoft.com/office/drawing/2014/main" id="{43288F62-2786-498C-9E81-235564F8EF63}"/>
              </a:ext>
            </a:extLst>
          </p:cNvPr>
          <p:cNvSpPr>
            <a:spLocks xmlns:a="http://schemas.openxmlformats.org/drawingml/2006/main" noGrp="1"/>
          </p:cNvSpPr>
          <p:nvPr/>
        </p:nvSpPr>
        <p:spPr>
          <a:xfrm xmlns:a="http://schemas.openxmlformats.org/drawingml/2006/main">
            <a:off x="5381625" y="5400675"/>
            <a:ext cx="5848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14142B"/>
                </a:solidFill>
                <a:latin typeface="Arial"/>
                <a:ea typeface="Arial"/>
                <a:cs typeface="Arial"/>
              </a:defRPr>
            </a:pPr>
            <a:r>
              <a:rPr sz="1875" b="0">
                <a:solidFill>
                  <a:srgbClr val="14142B"/>
                </a:solidFill>
                <a:latin typeface="Arial"/>
                <a:ea typeface="Arial"/>
                <a:cs typeface="Arial"/>
              </a:rPr>
              <a:t>Spoken feedback reflects the recorded outcome.</a:t>
            </a:r>
          </a:p>
        </p:txBody>
      </p:sp>
      <p:cxnSp>
        <p:nvCxnSpPr>
          <p:cNvPr id="183" name=""/>
          <p:cNvCxnSpPr>
            <a:stCxn xmlns:a="http://schemas.openxmlformats.org/drawingml/2006/main" id="120" idx="2"/>
            <a:endCxn xmlns:a="http://schemas.openxmlformats.org/drawingml/2006/main" id="123" idx="0"/>
          </p:cNvCxnSpPr>
          <p:nvPr/>
        </p:nvCxnSpPr>
        <p:spPr>
          <a:xfrm xmlns:a="http://schemas.openxmlformats.org/drawingml/2006/main">
            <a:off x="2952750" y="5172075"/>
            <a:ext cx="0" cy="190500"/>
          </a:xfrm>
          <a:prstGeom xmlns:a="http://schemas.openxmlformats.org/drawingml/2006/main" prst="straightConnector1">
            <a:avLst/>
          </a:prstGeom>
          <a:ln xmlns:a="http://schemas.openxmlformats.org/drawingml/2006/main" w="19050">
            <a:solidFill>
              <a:srgbClr val="704CAD"/>
            </a:solidFill>
            <a:tailEnd type="arrow" w="med" len="med"/>
          </a:ln>
        </p:spPr>
      </p:cxnSp>
      <p:sp>
        <p:nvSpPr>
          <p:cNvPr id="126" name="evidence-note">
            <a:extLst xmlns:a="http://schemas.openxmlformats.org/drawingml/2006/main">
              <a:ext uri="{FF2B5EF4-FFF2-40B4-BE49-F238E27FC236}">
                <a16:creationId xmlns:a16="http://schemas.microsoft.com/office/drawing/2014/main" id="{CD1B401D-1AA4-4AD5-8325-8878EE687304}"/>
              </a:ext>
            </a:extLst>
          </p:cNvPr>
          <p:cNvSpPr>
            <a:spLocks xmlns:a="http://schemas.openxmlformats.org/drawingml/2006/main" noGrp="1"/>
          </p:cNvSpPr>
          <p:nvPr/>
        </p:nvSpPr>
        <p:spPr>
          <a:xfrm xmlns:a="http://schemas.openxmlformats.org/drawingml/2006/main">
            <a:off x="914400" y="6219825"/>
            <a:ext cx="10363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0">
                <a:solidFill>
                  <a:srgbClr val="646480"/>
                </a:solidFill>
                <a:latin typeface="Arial"/>
                <a:ea typeface="Arial"/>
                <a:cs typeface="Arial"/>
              </a:defRPr>
            </a:pPr>
            <a:r>
              <a:rPr sz="1350" b="0">
                <a:solidFill>
                  <a:srgbClr val="646480"/>
                </a:solidFill>
                <a:latin typeface="Arial"/>
                <a:ea typeface="Arial"/>
                <a:cs typeface="Arial"/>
              </a:rPr>
              <a:t>The emulator extension shares ParticipantAgent through a desktop bridge.</a:t>
            </a:r>
          </a:p>
        </p:txBody>
      </p:sp>
    </p:spTree>
    <p:extLst>
      <p:ext uri="{BB962C8B-B14F-4D97-AF65-F5344CB8AC3E}">
        <p14:creationId xmlns:p14="http://schemas.microsoft.com/office/powerpoint/2010/main" val="1260470905"/>
      </p:ext>
    </p:extLst>
  </p:cSld>
</p:sld>
</file>

<file path=ppt/slides/slide4.xml><?xml version="1.0" encoding="utf-8"?>
<p:sld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13" name="Google Shape;113;p4">
            <a:extLst xmlns:a="http://schemas.openxmlformats.org/drawingml/2006/main">
              <a:ext uri="{FF2B5EF4-FFF2-40B4-BE49-F238E27FC236}">
                <a16:creationId xmlns:a16="http://schemas.microsoft.com/office/drawing/2014/main" id="{D311850A-08A9-4C8A-9FD4-69F6919F1237}"/>
              </a:ext>
            </a:extLst>
          </p:cNvPr>
          <p:cNvSpPr>
            <a:spLocks xmlns:a="http://schemas.openxmlformats.org/drawingml/2006/main" noGrp="1"/>
          </p:cNvSpPr>
          <p:nvPr>
            <p:ph type="title" idx="0"/>
          </p:nvPr>
        </p:nvSpPr>
        <p:spPr>
          <a:xfrm xmlns:a="http://schemas.openxmlformats.org/drawingml/2006/main">
            <a:off x="909917" y="266513"/>
            <a:ext cx="10515600"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l">
              <a:lnSpc>
                <a:spcPct val="90000"/>
              </a:lnSpc>
              <a:spcBef>
                <a:spcPts val="0"/>
              </a:spcBef>
              <a:spcAft>
                <a:spcPts val="0"/>
              </a:spcAft>
              <a:buClr>
                <a:srgbClr val="704EA6"/>
              </a:buClr>
              <a:buSzPts val="4400"/>
              <a:buFont typeface="Calibri"/>
              <a:buNone/>
            </a:pPr>
            <a:r>
              <a:rPr b="1">
                <a:solidFill>
                  <a:srgbClr val="704EA6"/>
                </a:solidFill>
                <a:latin typeface="Calibri"/>
                <a:ea typeface="Calibri"/>
                <a:cs typeface="Calibri"/>
              </a:rPr>
              <a:t>Best complete local run</a:t>
            </a:r>
            <a:endParaRPr/>
          </a:p>
        </p:txBody>
      </p:sp>
      <p:sp>
        <p:nvSpPr>
          <p:cNvPr id="114" name="Google Shape;114;p4">
            <a:extLst xmlns:a="http://schemas.openxmlformats.org/drawingml/2006/main">
              <a:ext uri="{FF2B5EF4-FFF2-40B4-BE49-F238E27FC236}">
                <a16:creationId xmlns:a16="http://schemas.microsoft.com/office/drawing/2014/main" id="{1BDD49AB-DFE1-4EFD-9C2D-45EB8AA61F80}"/>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p xmlns:a="http://schemas.openxmlformats.org/drawingml/2006/main">
            <a:pPr marL="228600" lvl="0" indent="-50800" algn="l">
              <a:lnSpc>
                <a:spcPct val="90000"/>
              </a:lnSpc>
              <a:spcBef>
                <a:spcPts val="0"/>
              </a:spcBef>
              <a:spcAft>
                <a:spcPts val="0"/>
              </a:spcAft>
              <a:buClr>
                <a:schemeClr val="dk1"/>
              </a:buClr>
              <a:buSzPts val="2800"/>
              <a:buNone/>
            </a:pPr>
            <a:r>
              <a:t/>
            </a:r>
            <a:endParaRPr/>
          </a:p>
        </p:txBody>
      </p:sp>
      <p:sp>
        <p:nvSpPr>
          <p:cNvPr id="115" name="score">
            <a:extLst xmlns:a="http://schemas.openxmlformats.org/drawingml/2006/main">
              <a:ext uri="{FF2B5EF4-FFF2-40B4-BE49-F238E27FC236}">
                <a16:creationId xmlns:a16="http://schemas.microsoft.com/office/drawing/2014/main" id="{249FE2F2-86AB-487D-A90E-978ABD9E2FC0}"/>
              </a:ext>
            </a:extLst>
          </p:cNvPr>
          <p:cNvSpPr>
            <a:spLocks xmlns:a="http://schemas.openxmlformats.org/drawingml/2006/main" noGrp="1"/>
          </p:cNvSpPr>
          <p:nvPr/>
        </p:nvSpPr>
        <p:spPr>
          <a:xfrm xmlns:a="http://schemas.openxmlformats.org/drawingml/2006/main">
            <a:off x="914400" y="1685925"/>
            <a:ext cx="476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5700" b="1">
                <a:solidFill>
                  <a:srgbClr val="704CAD"/>
                </a:solidFill>
                <a:latin typeface="Arial"/>
                <a:ea typeface="Arial"/>
                <a:cs typeface="Arial"/>
              </a:defRPr>
            </a:pPr>
            <a:r>
              <a:rPr sz="5700" b="1">
                <a:solidFill>
                  <a:srgbClr val="704CAD"/>
                </a:solidFill>
                <a:latin typeface="Arial"/>
                <a:ea typeface="Arial"/>
                <a:cs typeface="Arial"/>
              </a:rPr>
              <a:t>53/100</a:t>
            </a:r>
          </a:p>
        </p:txBody>
      </p:sp>
      <p:sp>
        <p:nvSpPr>
          <p:cNvPr id="116" name="score-label">
            <a:extLst xmlns:a="http://schemas.openxmlformats.org/drawingml/2006/main">
              <a:ext uri="{FF2B5EF4-FFF2-40B4-BE49-F238E27FC236}">
                <a16:creationId xmlns:a16="http://schemas.microsoft.com/office/drawing/2014/main" id="{5101D6E6-60EA-45A1-B281-4B2C8276B558}"/>
              </a:ext>
            </a:extLst>
          </p:cNvPr>
          <p:cNvSpPr>
            <a:spLocks xmlns:a="http://schemas.openxmlformats.org/drawingml/2006/main" noGrp="1"/>
          </p:cNvSpPr>
          <p:nvPr/>
        </p:nvSpPr>
        <p:spPr>
          <a:xfrm xmlns:a="http://schemas.openxmlformats.org/drawingml/2006/main">
            <a:off x="952500" y="26670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0">
                <a:solidFill>
                  <a:srgbClr val="14142B"/>
                </a:solidFill>
                <a:latin typeface="Arial"/>
                <a:ea typeface="Arial"/>
                <a:cs typeface="Arial"/>
              </a:defRPr>
            </a:pPr>
            <a:r>
              <a:rPr sz="2175" b="0">
                <a:solidFill>
                  <a:srgbClr val="14142B"/>
                </a:solidFill>
                <a:latin typeface="Arial"/>
                <a:ea typeface="Arial"/>
                <a:cs typeface="Arial"/>
              </a:rPr>
              <a:t>strict tool passes</a:t>
            </a:r>
          </a:p>
        </p:txBody>
      </p:sp>
      <p:sp>
        <p:nvSpPr>
          <p:cNvPr id="117" name="run-context">
            <a:extLst xmlns:a="http://schemas.openxmlformats.org/drawingml/2006/main">
              <a:ext uri="{FF2B5EF4-FFF2-40B4-BE49-F238E27FC236}">
                <a16:creationId xmlns:a16="http://schemas.microsoft.com/office/drawing/2014/main" id="{FC5500E9-105C-480D-AF38-647E1D84FC2E}"/>
              </a:ext>
            </a:extLst>
          </p:cNvPr>
          <p:cNvSpPr>
            <a:spLocks xmlns:a="http://schemas.openxmlformats.org/drawingml/2006/main" noGrp="1"/>
          </p:cNvSpPr>
          <p:nvPr/>
        </p:nvSpPr>
        <p:spPr>
          <a:xfrm xmlns:a="http://schemas.openxmlformats.org/drawingml/2006/main">
            <a:off x="6191250" y="1752600"/>
            <a:ext cx="50482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646480"/>
                </a:solidFill>
                <a:latin typeface="Arial"/>
                <a:ea typeface="Arial"/>
                <a:cs typeface="Arial"/>
              </a:defRPr>
            </a:pPr>
            <a:r>
              <a:rPr sz="1800" b="0">
                <a:solidFill>
                  <a:srgbClr val="646480"/>
                </a:solidFill>
                <a:latin typeface="Arial"/>
                <a:ea typeface="Arial"/>
                <a:cs typeface="Arial"/>
              </a:rPr>
              <a:t>Local Qwen3.5-4B judge</a:t>
            </a:r>
          </a:p>
          <a:p xmlns:a="http://schemas.openxmlformats.org/drawingml/2006/main">
            <a:pPr>
              <a:buNone/>
              <a:defRPr sz="1800" b="0">
                <a:solidFill>
                  <a:srgbClr val="646480"/>
                </a:solidFill>
                <a:latin typeface="Arial"/>
                <a:ea typeface="Arial"/>
                <a:cs typeface="Arial"/>
              </a:defRPr>
            </a:pPr>
            <a:r>
              <a:rPr sz="1800" b="0">
                <a:solidFill>
                  <a:srgbClr val="646480"/>
                </a:solidFill>
                <a:latin typeface="Arial"/>
                <a:ea typeface="Arial"/>
                <a:cs typeface="Arial"/>
              </a:rPr>
              <a:t>Source f6329dd (run #3)</a:t>
            </a:r>
          </a:p>
          <a:p xmlns:a="http://schemas.openxmlformats.org/drawingml/2006/main">
            <a:pPr>
              <a:buNone/>
              <a:defRPr sz="1800" b="0">
                <a:solidFill>
                  <a:srgbClr val="646480"/>
                </a:solidFill>
                <a:latin typeface="Arial"/>
                <a:ea typeface="Arial"/>
                <a:cs typeface="Arial"/>
              </a:defRPr>
            </a:pPr>
            <a:r>
              <a:rPr sz="1800" b="0">
                <a:solidFill>
                  <a:srgbClr val="646480"/>
                </a:solidFill>
                <a:latin typeface="Arial"/>
                <a:ea typeface="Arial"/>
                <a:cs typeface="Arial"/>
              </a:rPr>
              <a:t>Run 20260928T033707Z-18db0ad9</a:t>
            </a:r>
          </a:p>
        </p:txBody>
      </p:sp>
      <p:graphicFrame>
        <p:nvGraphicFramePr>
          <p:cNvPr id="126" name=""/>
          <p:cNvGraphicFramePr/>
          <p:nvPr/>
        </p:nvGraphicFramePr>
        <p:xfrm>
          <a:off xmlns:a="http://schemas.openxmlformats.org/drawingml/2006/main" x="914400" y="3371850"/>
          <a:ext xmlns:a="http://schemas.openxmlformats.org/drawingml/2006/main" cx="10382250" cy="2524125"/>
        </p:xfrm>
        <a:graphic xmlns:a="http://schemas.openxmlformats.org/drawingml/2006/main">
          <a:graphicData uri="http://schemas.openxmlformats.org/drawingml/2006/table">
            <a:tbl>
              <a:tblPr/>
              <a:tblGrid>
                <a:gridCol w="5667375"/>
                <a:gridCol w="4714875"/>
              </a:tblGrid>
              <a:tr h="420688">
                <a:tc>
                  <a:txBody>
                    <a:bodyPr/>
                    <a:lstStyle/>
                    <a:p>
                      <a:r>
                        <a:rPr sz="1650" b="1">
                          <a:solidFill>
                            <a:srgbClr val="704CAD"/>
                          </a:solidFill>
                          <a:latin typeface="Arial"/>
                          <a:ea typeface="Arial"/>
                          <a:cs typeface="Arial"/>
                        </a:rPr>
                        <a:t>Metric</a:t>
                      </a:r>
                    </a:p>
                  </a:txBody>
                  <a:tcPr marL="114300" marR="114300" marT="47625" marB="47625">
                    <a:solidFill>
                      <a:srgbClr val="F1ECF8"/>
                    </a:solidFill>
                  </a:tcPr>
                </a:tc>
                <a:tc>
                  <a:txBody>
                    <a:bodyPr/>
                    <a:lstStyle/>
                    <a:p>
                      <a:r>
                        <a:rPr sz="1650" b="1">
                          <a:solidFill>
                            <a:srgbClr val="704CAD"/>
                          </a:solidFill>
                          <a:latin typeface="Arial"/>
                          <a:ea typeface="Arial"/>
                          <a:cs typeface="Arial"/>
                        </a:rPr>
                        <a:t>Observed result</a:t>
                      </a:r>
                    </a:p>
                  </a:txBody>
                  <a:tcPr marL="114300" marR="114300" marT="47625" marB="47625">
                    <a:solidFill>
                      <a:srgbClr val="F1ECF8"/>
                    </a:solidFill>
                  </a:tcPr>
                </a:tc>
              </a:tr>
              <a:tr h="420688">
                <a:tc>
                  <a:txBody>
                    <a:bodyPr/>
                    <a:lstStyle/>
                    <a:p>
                      <a:r>
                        <a:rPr sz="1650">
                          <a:solidFill>
                            <a:srgbClr val="14142B"/>
                          </a:solidFill>
                          <a:latin typeface="Arial"/>
                          <a:ea typeface="Arial"/>
                          <a:cs typeface="Arial"/>
                        </a:rPr>
                        <a:t>Recordings evaluated</a:t>
                      </a:r>
                    </a:p>
                  </a:txBody>
                  <a:tcPr marL="114300" marR="114300" marT="47625" marB="47625"/>
                </a:tc>
                <a:tc>
                  <a:txBody>
                    <a:bodyPr/>
                    <a:lstStyle/>
                    <a:p>
                      <a:r>
                        <a:rPr sz="1650">
                          <a:solidFill>
                            <a:srgbClr val="14142B"/>
                          </a:solidFill>
                          <a:latin typeface="Arial"/>
                          <a:ea typeface="Arial"/>
                          <a:cs typeface="Arial"/>
                        </a:rPr>
                        <a:t>100 / 100</a:t>
                      </a:r>
                    </a:p>
                  </a:txBody>
                  <a:tcPr marL="114300" marR="114300" marT="47625" marB="47625"/>
                </a:tc>
              </a:tr>
              <a:tr h="420688">
                <a:tc>
                  <a:txBody>
                    <a:bodyPr/>
                    <a:lstStyle/>
                    <a:p>
                      <a:r>
                        <a:rPr sz="1650">
                          <a:solidFill>
                            <a:srgbClr val="14142B"/>
                          </a:solidFill>
                          <a:latin typeface="Arial"/>
                          <a:ea typeface="Arial"/>
                          <a:cs typeface="Arial"/>
                        </a:rPr>
                        <a:t>Strict passes inside capture window</a:t>
                      </a:r>
                    </a:p>
                  </a:txBody>
                  <a:tcPr marL="114300" marR="114300" marT="47625" marB="47625"/>
                </a:tc>
                <a:tc>
                  <a:txBody>
                    <a:bodyPr/>
                    <a:lstStyle/>
                    <a:p>
                      <a:r>
                        <a:rPr sz="1650">
                          <a:solidFill>
                            <a:srgbClr val="14142B"/>
                          </a:solidFill>
                          <a:latin typeface="Arial"/>
                          <a:ea typeface="Arial"/>
                          <a:cs typeface="Arial"/>
                        </a:rPr>
                        <a:t>53 / 100</a:t>
                      </a:r>
                    </a:p>
                  </a:txBody>
                  <a:tcPr marL="114300" marR="114300" marT="47625" marB="47625"/>
                </a:tc>
              </a:tr>
              <a:tr h="420688">
                <a:tc>
                  <a:txBody>
                    <a:bodyPr/>
                    <a:lstStyle/>
                    <a:p>
                      <a:r>
                        <a:rPr sz="1650">
                          <a:solidFill>
                            <a:srgbClr val="14142B"/>
                          </a:solidFill>
                          <a:latin typeface="Arial"/>
                          <a:ea typeface="Arial"/>
                          <a:cs typeface="Arial"/>
                        </a:rPr>
                        <a:t>Judge-free exact matching</a:t>
                      </a:r>
                    </a:p>
                  </a:txBody>
                  <a:tcPr marL="114300" marR="114300" marT="47625" marB="47625"/>
                </a:tc>
                <a:tc>
                  <a:txBody>
                    <a:bodyPr/>
                    <a:lstStyle/>
                    <a:p>
                      <a:r>
                        <a:rPr sz="1650">
                          <a:solidFill>
                            <a:srgbClr val="14142B"/>
                          </a:solidFill>
                          <a:latin typeface="Arial"/>
                          <a:ea typeface="Arial"/>
                          <a:cs typeface="Arial"/>
                        </a:rPr>
                        <a:t>45 / 100</a:t>
                      </a:r>
                    </a:p>
                  </a:txBody>
                  <a:tcPr marL="114300" marR="114300" marT="47625" marB="47625"/>
                </a:tc>
              </a:tr>
              <a:tr h="420688">
                <a:tc>
                  <a:txBody>
                    <a:bodyPr/>
                    <a:lstStyle/>
                    <a:p>
                      <a:r>
                        <a:rPr sz="1650">
                          <a:solidFill>
                            <a:srgbClr val="14142B"/>
                          </a:solidFill>
                          <a:latin typeface="Arial"/>
                          <a:ea typeface="Arial"/>
                          <a:cs typeface="Arial"/>
                        </a:rPr>
                        <a:t>Strict non-passes (all retained)</a:t>
                      </a:r>
                    </a:p>
                  </a:txBody>
                  <a:tcPr marL="114300" marR="114300" marT="47625" marB="47625"/>
                </a:tc>
                <a:tc>
                  <a:txBody>
                    <a:bodyPr/>
                    <a:lstStyle/>
                    <a:p>
                      <a:r>
                        <a:rPr sz="1650">
                          <a:solidFill>
                            <a:srgbClr val="14142B"/>
                          </a:solidFill>
                          <a:latin typeface="Arial"/>
                          <a:ea typeface="Arial"/>
                          <a:cs typeface="Arial"/>
                        </a:rPr>
                        <a:t>47 / 100</a:t>
                      </a:r>
                    </a:p>
                  </a:txBody>
                  <a:tcPr marL="114300" marR="114300" marT="47625" marB="47625"/>
                </a:tc>
              </a:tr>
              <a:tr h="420688">
                <a:tc>
                  <a:txBody>
                    <a:bodyPr/>
                    <a:lstStyle/>
                    <a:p>
                      <a:r>
                        <a:rPr sz="1650">
                          <a:solidFill>
                            <a:srgbClr val="14142B"/>
                          </a:solidFill>
                          <a:latin typeface="Arial"/>
                          <a:ea typeface="Arial"/>
                          <a:cs typeface="Arial"/>
                        </a:rPr>
                        <a:t>Paid model / judge requests</a:t>
                      </a:r>
                    </a:p>
                  </a:txBody>
                  <a:tcPr marL="114300" marR="114300" marT="47625" marB="47625"/>
                </a:tc>
                <a:tc>
                  <a:txBody>
                    <a:bodyPr/>
                    <a:lstStyle/>
                    <a:p>
                      <a:r>
                        <a:rPr sz="1650">
                          <a:solidFill>
                            <a:srgbClr val="14142B"/>
                          </a:solidFill>
                          <a:latin typeface="Arial"/>
                          <a:ea typeface="Arial"/>
                          <a:cs typeface="Arial"/>
                        </a:rPr>
                        <a:t>0</a:t>
                      </a:r>
                    </a:p>
                  </a:txBody>
                  <a:tcPr marL="114300" marR="114300" marT="47625" marB="47625"/>
                </a:tc>
              </a:tr>
            </a:tbl>
          </a:graphicData>
        </a:graphic>
      </p:graphicFrame>
      <p:sp>
        <p:nvSpPr>
          <p:cNvPr id="119" name="evidence-note">
            <a:extLst xmlns:a="http://schemas.openxmlformats.org/drawingml/2006/main">
              <a:ext uri="{FF2B5EF4-FFF2-40B4-BE49-F238E27FC236}">
                <a16:creationId xmlns:a16="http://schemas.microsoft.com/office/drawing/2014/main" id="{0E686609-67E2-4261-8659-534D21B51FD3}"/>
              </a:ext>
            </a:extLst>
          </p:cNvPr>
          <p:cNvSpPr>
            <a:spLocks xmlns:a="http://schemas.openxmlformats.org/drawingml/2006/main" noGrp="1"/>
          </p:cNvSpPr>
          <p:nvPr/>
        </p:nvSpPr>
        <p:spPr>
          <a:xfrm xmlns:a="http://schemas.openxmlformats.org/drawingml/2006/main">
            <a:off x="914400" y="6219825"/>
            <a:ext cx="10363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0">
                <a:solidFill>
                  <a:srgbClr val="646480"/>
                </a:solidFill>
                <a:latin typeface="Arial"/>
                <a:ea typeface="Arial"/>
                <a:cs typeface="Arial"/>
              </a:defRPr>
            </a:pPr>
            <a:r>
              <a:rPr sz="1350" b="0">
                <a:solidFill>
                  <a:srgbClr val="646480"/>
                </a:solidFill>
                <a:latin typeface="Arial"/>
                <a:ea typeface="Arial"/>
                <a:cs typeface="Arial"/>
              </a:rPr>
              <a:t>Local diagnostic, not organizer score. Run #4 (18ad4ea): PENDING. Task C unmeasured.</a:t>
            </a:r>
          </a:p>
        </p:txBody>
      </p:sp>
    </p:spTree>
    <p:extLst>
      <p:ext uri="{BB962C8B-B14F-4D97-AF65-F5344CB8AC3E}">
        <p14:creationId xmlns:p14="http://schemas.microsoft.com/office/powerpoint/2010/main" val="182771239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19" name="Google Shape;119;p5">
            <a:extLst xmlns:a="http://schemas.openxmlformats.org/drawingml/2006/main">
              <a:ext uri="{FF2B5EF4-FFF2-40B4-BE49-F238E27FC236}">
                <a16:creationId xmlns:a16="http://schemas.microsoft.com/office/drawing/2014/main" id="{FE139E02-90CC-4711-9434-D8B3E56D55CF}"/>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l">
              <a:lnSpc>
                <a:spcPct val="90000"/>
              </a:lnSpc>
              <a:spcBef>
                <a:spcPts val="0"/>
              </a:spcBef>
              <a:spcAft>
                <a:spcPts val="0"/>
              </a:spcAft>
              <a:buClr>
                <a:srgbClr val="704EA6"/>
              </a:buClr>
              <a:buSzPts val="4400"/>
              <a:buFont typeface="Calibri"/>
              <a:buNone/>
            </a:pPr>
            <a:r>
              <a:rPr b="1">
                <a:solidFill>
                  <a:srgbClr val="704EA6"/>
                </a:solidFill>
                <a:latin typeface="Calibri"/>
                <a:ea typeface="Calibri"/>
                <a:cs typeface="Calibri"/>
              </a:rPr>
              <a:t>Controller behavior and limits</a:t>
            </a:r>
            <a:endParaRPr/>
          </a:p>
        </p:txBody>
      </p:sp>
      <p:sp>
        <p:nvSpPr>
          <p:cNvPr id="120" name="Google Shape;120;p5">
            <a:extLst xmlns:a="http://schemas.openxmlformats.org/drawingml/2006/main">
              <a:ext uri="{FF2B5EF4-FFF2-40B4-BE49-F238E27FC236}">
                <a16:creationId xmlns:a16="http://schemas.microsoft.com/office/drawing/2014/main" id="{435DCB4E-6536-4C88-9247-0C792435C993}"/>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p xmlns:a="http://schemas.openxmlformats.org/drawingml/2006/main">
            <a:pPr marL="228600" lvl="0" indent="-50800" algn="l">
              <a:lnSpc>
                <a:spcPct val="90000"/>
              </a:lnSpc>
              <a:spcBef>
                <a:spcPts val="0"/>
              </a:spcBef>
              <a:spcAft>
                <a:spcPts val="0"/>
              </a:spcAft>
              <a:buClr>
                <a:schemeClr val="dk1"/>
              </a:buClr>
              <a:buSzPts val="2800"/>
              <a:buNone/>
            </a:pPr>
            <a:r>
              <a:t/>
            </a:r>
            <a:endParaRPr/>
          </a:p>
        </p:txBody>
      </p:sp>
      <p:sp>
        <p:nvSpPr>
          <p:cNvPr id="121" name="Current intent">
            <a:extLst xmlns:a="http://schemas.openxmlformats.org/drawingml/2006/main">
              <a:ext uri="{FF2B5EF4-FFF2-40B4-BE49-F238E27FC236}">
                <a16:creationId xmlns:a16="http://schemas.microsoft.com/office/drawing/2014/main" id="{A59C4D30-C257-407D-92C5-35FC3FE4E0FB}"/>
              </a:ext>
            </a:extLst>
          </p:cNvPr>
          <p:cNvSpPr>
            <a:spLocks xmlns:a="http://schemas.openxmlformats.org/drawingml/2006/main" noGrp="1"/>
          </p:cNvSpPr>
          <p:nvPr/>
        </p:nvSpPr>
        <p:spPr>
          <a:xfrm xmlns:a="http://schemas.openxmlformats.org/drawingml/2006/main">
            <a:off x="914400" y="1790700"/>
            <a:ext cx="271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704CAD"/>
                </a:solidFill>
                <a:latin typeface="Arial"/>
                <a:ea typeface="Arial"/>
                <a:cs typeface="Arial"/>
              </a:defRPr>
            </a:pPr>
            <a:r>
              <a:rPr sz="2175" b="1">
                <a:solidFill>
                  <a:srgbClr val="704CAD"/>
                </a:solidFill>
                <a:latin typeface="Arial"/>
                <a:ea typeface="Arial"/>
                <a:cs typeface="Arial"/>
              </a:rPr>
              <a:t>Current intent</a:t>
            </a:r>
          </a:p>
        </p:txBody>
      </p:sp>
      <p:sp>
        <p:nvSpPr>
          <p:cNvPr id="122" name="Current intent-body">
            <a:extLst xmlns:a="http://schemas.openxmlformats.org/drawingml/2006/main">
              <a:ext uri="{FF2B5EF4-FFF2-40B4-BE49-F238E27FC236}">
                <a16:creationId xmlns:a16="http://schemas.microsoft.com/office/drawing/2014/main" id="{8559FA5A-EA80-48F0-A5C6-C37CBF0A354F}"/>
              </a:ext>
            </a:extLst>
          </p:cNvPr>
          <p:cNvSpPr>
            <a:spLocks xmlns:a="http://schemas.openxmlformats.org/drawingml/2006/main" noGrp="1"/>
          </p:cNvSpPr>
          <p:nvPr/>
        </p:nvSpPr>
        <p:spPr>
          <a:xfrm xmlns:a="http://schemas.openxmlformats.org/drawingml/2006/main">
            <a:off x="3762375" y="1790700"/>
            <a:ext cx="7334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00" b="0">
                <a:solidFill>
                  <a:srgbClr val="14142B"/>
                </a:solidFill>
                <a:latin typeface="Arial"/>
                <a:ea typeface="Arial"/>
                <a:cs typeface="Arial"/>
              </a:defRPr>
            </a:pPr>
            <a:r>
              <a:rPr sz="2100" b="0">
                <a:solidFill>
                  <a:srgbClr val="14142B"/>
                </a:solidFill>
                <a:latin typeface="Arial"/>
                <a:ea typeface="Arial"/>
                <a:cs typeface="Arial"/>
              </a:rPr>
              <a:t>New speech retires earlier authority. Earlier segments may remain context without authorizing a write.</a:t>
            </a:r>
          </a:p>
        </p:txBody>
      </p:sp>
      <p:sp>
        <p:nvSpPr>
          <p:cNvPr id="123" name="Action checks">
            <a:extLst xmlns:a="http://schemas.openxmlformats.org/drawingml/2006/main">
              <a:ext uri="{FF2B5EF4-FFF2-40B4-BE49-F238E27FC236}">
                <a16:creationId xmlns:a16="http://schemas.microsoft.com/office/drawing/2014/main" id="{6B71B0C6-6F7A-4528-867D-192DC2ABA0FA}"/>
              </a:ext>
            </a:extLst>
          </p:cNvPr>
          <p:cNvSpPr>
            <a:spLocks xmlns:a="http://schemas.openxmlformats.org/drawingml/2006/main" noGrp="1"/>
          </p:cNvSpPr>
          <p:nvPr/>
        </p:nvSpPr>
        <p:spPr>
          <a:xfrm xmlns:a="http://schemas.openxmlformats.org/drawingml/2006/main">
            <a:off x="914400" y="2962275"/>
            <a:ext cx="271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704CAD"/>
                </a:solidFill>
                <a:latin typeface="Arial"/>
                <a:ea typeface="Arial"/>
                <a:cs typeface="Arial"/>
              </a:defRPr>
            </a:pPr>
            <a:r>
              <a:rPr sz="2175" b="1">
                <a:solidFill>
                  <a:srgbClr val="704CAD"/>
                </a:solidFill>
                <a:latin typeface="Arial"/>
                <a:ea typeface="Arial"/>
                <a:cs typeface="Arial"/>
              </a:rPr>
              <a:t>Action checks</a:t>
            </a:r>
          </a:p>
        </p:txBody>
      </p:sp>
      <p:sp>
        <p:nvSpPr>
          <p:cNvPr id="124" name="Action checks-body">
            <a:extLst xmlns:a="http://schemas.openxmlformats.org/drawingml/2006/main">
              <a:ext uri="{FF2B5EF4-FFF2-40B4-BE49-F238E27FC236}">
                <a16:creationId xmlns:a16="http://schemas.microsoft.com/office/drawing/2014/main" id="{2CE6AAF2-9920-468E-A030-ABD744D3BC0E}"/>
              </a:ext>
            </a:extLst>
          </p:cNvPr>
          <p:cNvSpPr>
            <a:spLocks xmlns:a="http://schemas.openxmlformats.org/drawingml/2006/main" noGrp="1"/>
          </p:cNvSpPr>
          <p:nvPr/>
        </p:nvSpPr>
        <p:spPr>
          <a:xfrm xmlns:a="http://schemas.openxmlformats.org/drawingml/2006/main">
            <a:off x="3762375" y="2962275"/>
            <a:ext cx="7334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00" b="0">
                <a:solidFill>
                  <a:srgbClr val="14142B"/>
                </a:solidFill>
                <a:latin typeface="Arial"/>
                <a:ea typeface="Arial"/>
                <a:cs typeface="Arial"/>
              </a:defRPr>
            </a:pPr>
            <a:r>
              <a:rPr sz="2100" b="0">
                <a:solidFill>
                  <a:srgbClr val="14142B"/>
                </a:solidFill>
                <a:latin typeface="Arial"/>
                <a:ea typeface="Arial"/>
                <a:cs typeface="Arial"/>
              </a:rPr>
              <a:t>The controller checks clause references, tool arguments and returned identifiers before dispatch.</a:t>
            </a:r>
          </a:p>
        </p:txBody>
      </p:sp>
      <p:sp>
        <p:nvSpPr>
          <p:cNvPr id="125" name="Effect accounting">
            <a:extLst xmlns:a="http://schemas.openxmlformats.org/drawingml/2006/main">
              <a:ext uri="{FF2B5EF4-FFF2-40B4-BE49-F238E27FC236}">
                <a16:creationId xmlns:a16="http://schemas.microsoft.com/office/drawing/2014/main" id="{48ACDC4C-22EB-4DAC-A44F-1246B6AF2C5C}"/>
              </a:ext>
            </a:extLst>
          </p:cNvPr>
          <p:cNvSpPr>
            <a:spLocks xmlns:a="http://schemas.openxmlformats.org/drawingml/2006/main" noGrp="1"/>
          </p:cNvSpPr>
          <p:nvPr/>
        </p:nvSpPr>
        <p:spPr>
          <a:xfrm xmlns:a="http://schemas.openxmlformats.org/drawingml/2006/main">
            <a:off x="914400" y="4133850"/>
            <a:ext cx="271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704CAD"/>
                </a:solidFill>
                <a:latin typeface="Arial"/>
                <a:ea typeface="Arial"/>
                <a:cs typeface="Arial"/>
              </a:defRPr>
            </a:pPr>
            <a:r>
              <a:rPr sz="2175" b="1">
                <a:solidFill>
                  <a:srgbClr val="704CAD"/>
                </a:solidFill>
                <a:latin typeface="Arial"/>
                <a:ea typeface="Arial"/>
                <a:cs typeface="Arial"/>
              </a:rPr>
              <a:t>Effect accounting</a:t>
            </a:r>
          </a:p>
        </p:txBody>
      </p:sp>
      <p:sp>
        <p:nvSpPr>
          <p:cNvPr id="126" name="Effect accounting-body">
            <a:extLst xmlns:a="http://schemas.openxmlformats.org/drawingml/2006/main">
              <a:ext uri="{FF2B5EF4-FFF2-40B4-BE49-F238E27FC236}">
                <a16:creationId xmlns:a16="http://schemas.microsoft.com/office/drawing/2014/main" id="{B024BE69-EE87-41CC-A68C-8F38E3988124}"/>
              </a:ext>
            </a:extLst>
          </p:cNvPr>
          <p:cNvSpPr>
            <a:spLocks xmlns:a="http://schemas.openxmlformats.org/drawingml/2006/main" noGrp="1"/>
          </p:cNvSpPr>
          <p:nvPr/>
        </p:nvSpPr>
        <p:spPr>
          <a:xfrm xmlns:a="http://schemas.openxmlformats.org/drawingml/2006/main">
            <a:off x="3762375" y="4133850"/>
            <a:ext cx="7334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00" b="0">
                <a:solidFill>
                  <a:srgbClr val="14142B"/>
                </a:solidFill>
                <a:latin typeface="Arial"/>
                <a:ea typeface="Arial"/>
                <a:cs typeface="Arial"/>
              </a:defRPr>
            </a:pPr>
            <a:r>
              <a:rPr sz="2100" b="0">
                <a:solidFill>
                  <a:srgbClr val="14142B"/>
                </a:solidFill>
                <a:latin typeface="Arial"/>
                <a:ea typeface="Arial"/>
                <a:cs typeface="Arial"/>
              </a:rPr>
              <a:t>Submitted work keeps its real outcome. A cancellation alone does not prove that a write stopped.</a:t>
            </a:r>
          </a:p>
        </p:txBody>
      </p:sp>
      <p:sp>
        <p:nvSpPr>
          <p:cNvPr id="127" name="limits">
            <a:extLst xmlns:a="http://schemas.openxmlformats.org/drawingml/2006/main">
              <a:ext uri="{FF2B5EF4-FFF2-40B4-BE49-F238E27FC236}">
                <a16:creationId xmlns:a16="http://schemas.microsoft.com/office/drawing/2014/main" id="{9CEC2B39-9D7A-4FF5-82E4-45942ADC52A9}"/>
              </a:ext>
            </a:extLst>
          </p:cNvPr>
          <p:cNvSpPr>
            <a:spLocks xmlns:a="http://schemas.openxmlformats.org/drawingml/2006/main" noGrp="1"/>
          </p:cNvSpPr>
          <p:nvPr/>
        </p:nvSpPr>
        <p:spPr>
          <a:xfrm xmlns:a="http://schemas.openxmlformats.org/drawingml/2006/main">
            <a:off x="914400" y="5372100"/>
            <a:ext cx="10363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646480"/>
                </a:solidFill>
                <a:latin typeface="Arial"/>
                <a:ea typeface="Arial"/>
                <a:cs typeface="Arial"/>
              </a:defRPr>
            </a:pPr>
            <a:r>
              <a:rPr sz="1875" b="0">
                <a:solidFill>
                  <a:srgbClr val="646480"/>
                </a:solidFill>
                <a:latin typeface="Arial"/>
                <a:ea typeface="Arial"/>
                <a:cs typeface="Arial"/>
              </a:rPr>
              <a:t>Remaining failures include recognition errors, wrong arguments, missed chains and conservative refusals.</a:t>
            </a:r>
          </a:p>
        </p:txBody>
      </p:sp>
      <p:sp>
        <p:nvSpPr>
          <p:cNvPr id="128" name="evidence-note">
            <a:extLst xmlns:a="http://schemas.openxmlformats.org/drawingml/2006/main">
              <a:ext uri="{FF2B5EF4-FFF2-40B4-BE49-F238E27FC236}">
                <a16:creationId xmlns:a16="http://schemas.microsoft.com/office/drawing/2014/main" id="{35745D7F-84F2-49ED-817D-866313424647}"/>
              </a:ext>
            </a:extLst>
          </p:cNvPr>
          <p:cNvSpPr>
            <a:spLocks xmlns:a="http://schemas.openxmlformats.org/drawingml/2006/main" noGrp="1"/>
          </p:cNvSpPr>
          <p:nvPr/>
        </p:nvSpPr>
        <p:spPr>
          <a:xfrm xmlns:a="http://schemas.openxmlformats.org/drawingml/2006/main">
            <a:off x="914400" y="6219825"/>
            <a:ext cx="10363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0">
                <a:solidFill>
                  <a:srgbClr val="646480"/>
                </a:solidFill>
                <a:latin typeface="Arial"/>
                <a:ea typeface="Arial"/>
                <a:cs typeface="Arial"/>
              </a:defRPr>
            </a:pPr>
            <a:r>
              <a:rPr sz="1350" b="0">
                <a:solidFill>
                  <a:srgbClr val="646480"/>
                </a:solidFill>
                <a:latin typeface="Arial"/>
                <a:ea typeface="Arial"/>
                <a:cs typeface="Arial"/>
              </a:rPr>
              <a:t>Three fresh frozen runs at 100/100 remain unmet. These rules do not establish complete safety.</a:t>
            </a:r>
          </a:p>
        </p:txBody>
      </p:sp>
    </p:spTree>
    <p:extLst>
      <p:ext uri="{BB962C8B-B14F-4D97-AF65-F5344CB8AC3E}">
        <p14:creationId xmlns:p14="http://schemas.microsoft.com/office/powerpoint/2010/main" val="87359031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25" name="Google Shape;125;p6">
            <a:extLst xmlns:a="http://schemas.openxmlformats.org/drawingml/2006/main">
              <a:ext uri="{FF2B5EF4-FFF2-40B4-BE49-F238E27FC236}">
                <a16:creationId xmlns:a16="http://schemas.microsoft.com/office/drawing/2014/main" id="{CBD645D8-7406-44D3-BE5F-7E1EEC52DADA}"/>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l">
              <a:lnSpc>
                <a:spcPct val="90000"/>
              </a:lnSpc>
              <a:spcBef>
                <a:spcPts val="0"/>
              </a:spcBef>
              <a:spcAft>
                <a:spcPts val="0"/>
              </a:spcAft>
              <a:buClr>
                <a:srgbClr val="704EA6"/>
              </a:buClr>
              <a:buSzPts val="4400"/>
              <a:buFont typeface="Calibri"/>
              <a:buNone/>
            </a:pPr>
            <a:r>
              <a:rPr sz="4400" b="1">
                <a:solidFill>
                  <a:srgbClr val="704EA6"/>
                </a:solidFill>
                <a:latin typeface="Calibri"/>
                <a:ea typeface="Calibri"/>
                <a:cs typeface="Calibri"/>
              </a:rPr>
              <a:t>Android extension and real demo</a:t>
            </a:r>
            <a:endParaRPr b="1">
              <a:solidFill>
                <a:srgbClr val="704EA6"/>
              </a:solidFill>
            </a:endParaRPr>
          </a:p>
        </p:txBody>
      </p:sp>
      <p:sp>
        <p:nvSpPr>
          <p:cNvPr id="126" name="Google Shape;126;p6">
            <a:extLst xmlns:a="http://schemas.openxmlformats.org/drawingml/2006/main">
              <a:ext uri="{FF2B5EF4-FFF2-40B4-BE49-F238E27FC236}">
                <a16:creationId xmlns:a16="http://schemas.microsoft.com/office/drawing/2014/main" id="{062ABC8E-91B4-4339-B04C-3BAC3ED8F71A}"/>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p xmlns:a="http://schemas.openxmlformats.org/drawingml/2006/main">
            <a:pPr marL="228600" lvl="0" indent="-50800" algn="l">
              <a:lnSpc>
                <a:spcPct val="90000"/>
              </a:lnSpc>
              <a:spcBef>
                <a:spcPts val="0"/>
              </a:spcBef>
              <a:spcAft>
                <a:spcPts val="0"/>
              </a:spcAft>
              <a:buClr>
                <a:schemeClr val="dk1"/>
              </a:buClr>
              <a:buSzPts val="2800"/>
              <a:buNone/>
            </a:pPr>
            <a:r>
              <a:t/>
            </a:r>
            <a:endParaRPr/>
          </a:p>
        </p:txBody>
      </p:sp>
      <p:sp>
        <p:nvSpPr>
          <p:cNvPr id="127" name="extension-purpose">
            <a:extLst xmlns:a="http://schemas.openxmlformats.org/drawingml/2006/main">
              <a:ext uri="{FF2B5EF4-FFF2-40B4-BE49-F238E27FC236}">
                <a16:creationId xmlns:a16="http://schemas.microsoft.com/office/drawing/2014/main" id="{0D13E1BE-3340-478E-A853-ABCA91C25367}"/>
              </a:ext>
            </a:extLst>
          </p:cNvPr>
          <p:cNvSpPr>
            <a:spLocks xmlns:a="http://schemas.openxmlformats.org/drawingml/2006/main" noGrp="1"/>
          </p:cNvSpPr>
          <p:nvPr/>
        </p:nvSpPr>
        <p:spPr>
          <a:xfrm xmlns:a="http://schemas.openxmlformats.org/drawingml/2006/main">
            <a:off x="914400" y="1752600"/>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550" b="1">
                <a:solidFill>
                  <a:srgbClr val="704CAD"/>
                </a:solidFill>
                <a:latin typeface="Arial"/>
                <a:ea typeface="Arial"/>
                <a:cs typeface="Arial"/>
              </a:defRPr>
            </a:pPr>
            <a:r>
              <a:rPr sz="2550" b="1">
                <a:solidFill>
                  <a:srgbClr val="704CAD"/>
                </a:solidFill>
                <a:latin typeface="Arial"/>
                <a:ea typeface="Arial"/>
                <a:cs typeface="Arial"/>
              </a:rPr>
              <a:t>Hands-free kitchen checklist</a:t>
            </a:r>
          </a:p>
        </p:txBody>
      </p:sp>
      <p:sp>
        <p:nvSpPr>
          <p:cNvPr id="128" name="extension-scope">
            <a:extLst xmlns:a="http://schemas.openxmlformats.org/drawingml/2006/main">
              <a:ext uri="{FF2B5EF4-FFF2-40B4-BE49-F238E27FC236}">
                <a16:creationId xmlns:a16="http://schemas.microsoft.com/office/drawing/2014/main" id="{41F40472-2F98-494F-9D9B-B6031F5523B9}"/>
              </a:ext>
            </a:extLst>
          </p:cNvPr>
          <p:cNvSpPr>
            <a:spLocks xmlns:a="http://schemas.openxmlformats.org/drawingml/2006/main" noGrp="1"/>
          </p:cNvSpPr>
          <p:nvPr/>
        </p:nvSpPr>
        <p:spPr>
          <a:xfrm xmlns:a="http://schemas.openxmlformats.org/drawingml/2006/main">
            <a:off x="914400" y="2333625"/>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00" b="0">
                <a:solidFill>
                  <a:srgbClr val="14142B"/>
                </a:solidFill>
                <a:latin typeface="Arial"/>
                <a:ea typeface="Arial"/>
                <a:cs typeface="Arial"/>
              </a:defRPr>
            </a:pPr>
            <a:r>
              <a:rPr sz="2100" b="0">
                <a:solidFill>
                  <a:srgbClr val="14142B"/>
                </a:solidFill>
                <a:latin typeface="Arial"/>
                <a:ea typeface="Arial"/>
                <a:cs typeface="Arial"/>
              </a:rPr>
              <a:t>The desktop LiveKit agent uses the same controller to call an owned Android emulator through a receipt bridge.</a:t>
            </a:r>
          </a:p>
        </p:txBody>
      </p:sp>
      <p:graphicFrame>
        <p:nvGraphicFramePr>
          <p:cNvPr id="136" name=""/>
          <p:cNvGraphicFramePr/>
          <p:nvPr/>
        </p:nvGraphicFramePr>
        <p:xfrm>
          <a:off xmlns:a="http://schemas.openxmlformats.org/drawingml/2006/main" x="914400" y="3495675"/>
          <a:ext xmlns:a="http://schemas.openxmlformats.org/drawingml/2006/main" cx="10382250" cy="2286000"/>
        </p:xfrm>
        <a:graphic xmlns:a="http://schemas.openxmlformats.org/drawingml/2006/main">
          <a:graphicData uri="http://schemas.openxmlformats.org/drawingml/2006/table">
            <a:tbl>
              <a:tblPr/>
              <a:tblGrid>
                <a:gridCol w="5667375"/>
                <a:gridCol w="4714875"/>
              </a:tblGrid>
              <a:tr h="457200">
                <a:tc>
                  <a:txBody>
                    <a:bodyPr/>
                    <a:lstStyle/>
                    <a:p>
                      <a:r>
                        <a:rPr sz="1650" b="1">
                          <a:solidFill>
                            <a:srgbClr val="704CAD"/>
                          </a:solidFill>
                          <a:latin typeface="Arial"/>
                          <a:ea typeface="Arial"/>
                          <a:cs typeface="Arial"/>
                        </a:rPr>
                        <a:t>Capability</a:t>
                      </a:r>
                    </a:p>
                  </a:txBody>
                  <a:tcPr marL="114300" marR="114300" marT="66675" marB="66675">
                    <a:solidFill>
                      <a:srgbClr val="F1ECF8"/>
                    </a:solidFill>
                  </a:tcPr>
                </a:tc>
                <a:tc>
                  <a:txBody>
                    <a:bodyPr/>
                    <a:lstStyle/>
                    <a:p>
                      <a:r>
                        <a:rPr sz="1650" b="1">
                          <a:solidFill>
                            <a:srgbClr val="704CAD"/>
                          </a:solidFill>
                          <a:latin typeface="Arial"/>
                          <a:ea typeface="Arial"/>
                          <a:cs typeface="Arial"/>
                        </a:rPr>
                        <a:t>Evidence status</a:t>
                      </a:r>
                    </a:p>
                  </a:txBody>
                  <a:tcPr marL="114300" marR="114300" marT="66675" marB="66675">
                    <a:solidFill>
                      <a:srgbClr val="F1ECF8"/>
                    </a:solidFill>
                  </a:tcPr>
                </a:tc>
              </a:tr>
              <a:tr h="457200">
                <a:tc>
                  <a:txBody>
                    <a:bodyPr/>
                    <a:lstStyle/>
                    <a:p>
                      <a:r>
                        <a:rPr sz="1650">
                          <a:solidFill>
                            <a:srgbClr val="14142B"/>
                          </a:solidFill>
                          <a:latin typeface="Arial"/>
                          <a:ea typeface="Arial"/>
                          <a:cs typeface="Arial"/>
                        </a:rPr>
                        <a:t>Saved item and native action receipt</a:t>
                      </a:r>
                    </a:p>
                  </a:txBody>
                  <a:tcPr marL="114300" marR="114300" marT="66675" marB="66675"/>
                </a:tc>
                <a:tc>
                  <a:txBody>
                    <a:bodyPr/>
                    <a:lstStyle/>
                    <a:p>
                      <a:r>
                        <a:rPr sz="1650">
                          <a:solidFill>
                            <a:srgbClr val="14142B"/>
                          </a:solidFill>
                          <a:latin typeface="Arial"/>
                          <a:ea typeface="Arial"/>
                          <a:cs typeface="Arial"/>
                        </a:rPr>
                        <a:t>Visible in extension-audio015</a:t>
                      </a:r>
                    </a:p>
                  </a:txBody>
                  <a:tcPr marL="114300" marR="114300" marT="66675" marB="66675"/>
                </a:tc>
              </a:tr>
              <a:tr h="457200">
                <a:tc>
                  <a:txBody>
                    <a:bodyPr/>
                    <a:lstStyle/>
                    <a:p>
                      <a:r>
                        <a:rPr sz="1650">
                          <a:solidFill>
                            <a:srgbClr val="14142B"/>
                          </a:solidFill>
                          <a:latin typeface="Arial"/>
                          <a:ea typeface="Arial"/>
                          <a:cs typeface="Arial"/>
                        </a:rPr>
                        <a:t>Corrected request and restart readback</a:t>
                      </a:r>
                    </a:p>
                  </a:txBody>
                  <a:tcPr marL="114300" marR="114300" marT="66675" marB="66675"/>
                </a:tc>
                <a:tc>
                  <a:txBody>
                    <a:bodyPr/>
                    <a:lstStyle/>
                    <a:p>
                      <a:r>
                        <a:rPr sz="1650">
                          <a:solidFill>
                            <a:srgbClr val="14142B"/>
                          </a:solidFill>
                          <a:latin typeface="Arial"/>
                          <a:ea typeface="Arial"/>
                          <a:cs typeface="Arial"/>
                        </a:rPr>
                        <a:t>One spinach item. No celery.</a:t>
                      </a:r>
                    </a:p>
                  </a:txBody>
                  <a:tcPr marL="114300" marR="114300" marT="66675" marB="66675"/>
                </a:tc>
              </a:tr>
              <a:tr h="457200">
                <a:tc>
                  <a:txBody>
                    <a:bodyPr/>
                    <a:lstStyle/>
                    <a:p>
                      <a:r>
                        <a:rPr sz="1650">
                          <a:solidFill>
                            <a:srgbClr val="14142B"/>
                          </a:solidFill>
                          <a:latin typeface="Arial"/>
                          <a:ea typeface="Arial"/>
                          <a:cs typeface="Arial"/>
                        </a:rPr>
                        <a:t>Clock timer</a:t>
                      </a:r>
                    </a:p>
                  </a:txBody>
                  <a:tcPr marL="114300" marR="114300" marT="66675" marB="66675"/>
                </a:tc>
                <a:tc>
                  <a:txBody>
                    <a:bodyPr/>
                    <a:lstStyle/>
                    <a:p>
                      <a:r>
                        <a:rPr sz="1650">
                          <a:solidFill>
                            <a:srgbClr val="14142B"/>
                          </a:solidFill>
                          <a:latin typeface="Arial"/>
                          <a:ea typeface="Arial"/>
                          <a:cs typeface="Arial"/>
                        </a:rPr>
                        <a:t>Handoff observed. Creation unverified.</a:t>
                      </a:r>
                    </a:p>
                  </a:txBody>
                  <a:tcPr marL="114300" marR="114300" marT="66675" marB="66675"/>
                </a:tc>
              </a:tr>
              <a:tr h="457200">
                <a:tc>
                  <a:txBody>
                    <a:bodyPr/>
                    <a:lstStyle/>
                    <a:p>
                      <a:r>
                        <a:rPr sz="1650">
                          <a:solidFill>
                            <a:srgbClr val="14142B"/>
                          </a:solidFill>
                          <a:latin typeface="Arial"/>
                          <a:ea typeface="Arial"/>
                          <a:cs typeface="Arial"/>
                        </a:rPr>
                        <a:t>Edited video draft, 4 minutes 10 seconds</a:t>
                      </a:r>
                    </a:p>
                  </a:txBody>
                  <a:tcPr marL="114300" marR="114300" marT="66675" marB="66675"/>
                </a:tc>
                <a:tc>
                  <a:txBody>
                    <a:bodyPr/>
                    <a:lstStyle/>
                    <a:p>
                      <a:r>
                        <a:rPr sz="1650">
                          <a:solidFill>
                            <a:srgbClr val="14142B"/>
                          </a:solidFill>
                          <a:latin typeface="Arial"/>
                          <a:ea typeface="Arial"/>
                          <a:cs typeface="Arial"/>
                        </a:rPr>
                        <a:t>[DEMO VIDEO URL]  Draft ready</a:t>
                      </a:r>
                    </a:p>
                  </a:txBody>
                  <a:tcPr marL="114300" marR="114300" marT="66675" marB="66675"/>
                </a:tc>
              </a:tr>
            </a:tbl>
          </a:graphicData>
        </a:graphic>
      </p:graphicFrame>
      <p:sp>
        <p:nvSpPr>
          <p:cNvPr id="130" name="evidence-note">
            <a:extLst xmlns:a="http://schemas.openxmlformats.org/drawingml/2006/main">
              <a:ext uri="{FF2B5EF4-FFF2-40B4-BE49-F238E27FC236}">
                <a16:creationId xmlns:a16="http://schemas.microsoft.com/office/drawing/2014/main" id="{C977B4C0-45F7-4C23-921A-3FDA55B9F09B}"/>
              </a:ext>
            </a:extLst>
          </p:cNvPr>
          <p:cNvSpPr>
            <a:spLocks xmlns:a="http://schemas.openxmlformats.org/drawingml/2006/main" noGrp="1"/>
          </p:cNvSpPr>
          <p:nvPr/>
        </p:nvSpPr>
        <p:spPr>
          <a:xfrm xmlns:a="http://schemas.openxmlformats.org/drawingml/2006/main">
            <a:off x="914400" y="6219825"/>
            <a:ext cx="10363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0">
                <a:solidFill>
                  <a:srgbClr val="646480"/>
                </a:solidFill>
                <a:latin typeface="Arial"/>
                <a:ea typeface="Arial"/>
                <a:cs typeface="Arial"/>
              </a:defRPr>
            </a:pPr>
            <a:r>
              <a:rPr sz="1350" b="0">
                <a:solidFill>
                  <a:srgbClr val="646480"/>
                </a:solidFill>
                <a:latin typeface="Arial"/>
                <a:ea typeface="Arial"/>
                <a:cs typeface="Arial"/>
              </a:rPr>
              <a:t>Tethered emulator evidence. A physical-device or standalone Android voice claim is not established.</a:t>
            </a:r>
          </a:p>
        </p:txBody>
      </p:sp>
    </p:spTree>
    <p:extLst>
      <p:ext uri="{BB962C8B-B14F-4D97-AF65-F5344CB8AC3E}">
        <p14:creationId xmlns:p14="http://schemas.microsoft.com/office/powerpoint/2010/main" val="142847311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1D852E7A-B515-4B03-BE9E-E2EA68DA4094}"/>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l">
              <a:lnSpc>
                <a:spcPct val="90000"/>
              </a:lnSpc>
              <a:spcBef>
                <a:spcPts val="0"/>
              </a:spcBef>
              <a:spcAft>
                <a:spcPts val="0"/>
              </a:spcAft>
              <a:buClr>
                <a:srgbClr val="704EA6"/>
              </a:buClr>
              <a:buSzPts val="4400"/>
              <a:buFont typeface="Calibri"/>
              <a:buNone/>
            </a:pPr>
            <a:r>
              <a:rPr sz="4400" b="1">
                <a:solidFill>
                  <a:srgbClr val="704EA6"/>
                </a:solidFill>
                <a:latin typeface="Calibri"/>
                <a:ea typeface="Calibri"/>
                <a:cs typeface="Calibri"/>
              </a:rPr>
              <a:t>Reproduction and technology</a:t>
            </a:r>
            <a:endParaRPr b="1">
              <a:solidFill>
                <a:srgbClr val="704EA6"/>
              </a:solidFill>
            </a:endParaRPr>
          </a:p>
        </p:txBody>
      </p:sp>
      <p:sp>
        <p:nvSpPr>
          <p:cNvPr id="132" name="Google Shape;132;p7">
            <a:extLst xmlns:a="http://schemas.openxmlformats.org/drawingml/2006/main">
              <a:ext uri="{FF2B5EF4-FFF2-40B4-BE49-F238E27FC236}">
                <a16:creationId xmlns:a16="http://schemas.microsoft.com/office/drawing/2014/main" id="{F771F27C-099F-43B8-9820-BA9E8EF98375}"/>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p xmlns:a="http://schemas.openxmlformats.org/drawingml/2006/main">
            <a:pPr marL="228600" lvl="0" indent="-50800" algn="l">
              <a:lnSpc>
                <a:spcPct val="90000"/>
              </a:lnSpc>
              <a:spcBef>
                <a:spcPts val="0"/>
              </a:spcBef>
              <a:spcAft>
                <a:spcPts val="0"/>
              </a:spcAft>
              <a:buClr>
                <a:schemeClr val="dk1"/>
              </a:buClr>
              <a:buSzPts val="2800"/>
              <a:buNone/>
            </a:pPr>
            <a:r>
              <a:t/>
            </a:r>
            <a:endParaRPr/>
          </a:p>
        </p:txBody>
      </p:sp>
      <p:sp>
        <p:nvSpPr>
          <p:cNvPr id="133" name="repro-command">
            <a:extLst xmlns:a="http://schemas.openxmlformats.org/drawingml/2006/main">
              <a:ext uri="{FF2B5EF4-FFF2-40B4-BE49-F238E27FC236}">
                <a16:creationId xmlns:a16="http://schemas.microsoft.com/office/drawing/2014/main" id="{45AC29DF-3D47-4095-B58E-8C736E81DAB1}"/>
              </a:ext>
            </a:extLst>
          </p:cNvPr>
          <p:cNvSpPr>
            <a:spLocks xmlns:a="http://schemas.openxmlformats.org/drawingml/2006/main" noGrp="1"/>
          </p:cNvSpPr>
          <p:nvPr/>
        </p:nvSpPr>
        <p:spPr>
          <a:xfrm xmlns:a="http://schemas.openxmlformats.org/drawingml/2006/main">
            <a:off x="914400" y="1781175"/>
            <a:ext cx="10382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1">
                <a:solidFill>
                  <a:srgbClr val="704CAD"/>
                </a:solidFill>
                <a:latin typeface="Arial"/>
                <a:ea typeface="Arial"/>
                <a:cs typeface="Arial"/>
              </a:defRPr>
            </a:pPr>
            <a:r>
              <a:rPr sz="2025" b="1">
                <a:solidFill>
                  <a:srgbClr val="704CAD"/>
                </a:solidFill>
                <a:latin typeface="Arial"/>
                <a:ea typeface="Arial"/>
                <a:cs typeface="Arial"/>
              </a:rPr>
              <a:t>THREAD_FDB3_ARCHIVE=/path/data.zip \</a:t>
            </a:r>
          </a:p>
          <a:p xmlns:a="http://schemas.openxmlformats.org/drawingml/2006/main">
            <a:pPr>
              <a:buNone/>
              <a:defRPr sz="2025" b="1">
                <a:solidFill>
                  <a:srgbClr val="704CAD"/>
                </a:solidFill>
                <a:latin typeface="Arial"/>
                <a:ea typeface="Arial"/>
                <a:cs typeface="Arial"/>
              </a:defRPr>
            </a:pPr>
            <a:r>
              <a:rPr sz="2025" b="1">
                <a:solidFill>
                  <a:srgbClr val="704CAD"/>
                </a:solidFill>
                <a:latin typeface="Arial"/>
                <a:ea typeface="Arial"/>
                <a:cs typeface="Arial"/>
              </a:rPr>
              <a:t>LIVEKIT_SERVER=/path/livekit-server \</a:t>
            </a:r>
          </a:p>
          <a:p xmlns:a="http://schemas.openxmlformats.org/drawingml/2006/main">
            <a:pPr>
              <a:buNone/>
              <a:defRPr sz="2025" b="1">
                <a:solidFill>
                  <a:srgbClr val="704CAD"/>
                </a:solidFill>
                <a:latin typeface="Arial"/>
                <a:ea typeface="Arial"/>
                <a:cs typeface="Arial"/>
              </a:defRPr>
            </a:pPr>
            <a:r>
              <a:rPr sz="2025" b="1">
                <a:solidFill>
                  <a:srgbClr val="704CAD"/>
                </a:solidFill>
                <a:latin typeface="Arial"/>
                <a:ea typeface="Arial"/>
                <a:cs typeface="Arial"/>
              </a:rPr>
              <a:t>bash scripts/reproduce_fdb3_linux.sh</a:t>
            </a:r>
          </a:p>
        </p:txBody>
      </p:sp>
      <p:sp>
        <p:nvSpPr>
          <p:cNvPr id="134" name="repro-meaning">
            <a:extLst xmlns:a="http://schemas.openxmlformats.org/drawingml/2006/main">
              <a:ext uri="{FF2B5EF4-FFF2-40B4-BE49-F238E27FC236}">
                <a16:creationId xmlns:a16="http://schemas.microsoft.com/office/drawing/2014/main" id="{8AFA10FD-7F0D-46FC-9981-DD11F333E718}"/>
              </a:ext>
            </a:extLst>
          </p:cNvPr>
          <p:cNvSpPr>
            <a:spLocks xmlns:a="http://schemas.openxmlformats.org/drawingml/2006/main" noGrp="1"/>
          </p:cNvSpPr>
          <p:nvPr/>
        </p:nvSpPr>
        <p:spPr>
          <a:xfrm xmlns:a="http://schemas.openxmlformats.org/drawingml/2006/main">
            <a:off x="914400" y="3295650"/>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14142B"/>
                </a:solidFill>
                <a:latin typeface="Arial"/>
                <a:ea typeface="Arial"/>
                <a:cs typeface="Arial"/>
              </a:defRPr>
            </a:pPr>
            <a:r>
              <a:rPr sz="2025" b="0">
                <a:solidFill>
                  <a:srgbClr val="14142B"/>
                </a:solidFill>
                <a:latin typeface="Arial"/>
                <a:ea typeface="Arial"/>
                <a:cs typeface="Arial"/>
              </a:rPr>
              <a:t>Linux preparation and CPU speech checks passed. Supply pinned assets and declared judge settings for the full rerun.</a:t>
            </a:r>
          </a:p>
        </p:txBody>
      </p:sp>
      <p:sp>
        <p:nvSpPr>
          <p:cNvPr id="135" name="technology">
            <a:extLst xmlns:a="http://schemas.openxmlformats.org/drawingml/2006/main">
              <a:ext uri="{FF2B5EF4-FFF2-40B4-BE49-F238E27FC236}">
                <a16:creationId xmlns:a16="http://schemas.microsoft.com/office/drawing/2014/main" id="{4B2C0500-B542-414F-B36C-7E030C9C7670}"/>
              </a:ext>
            </a:extLst>
          </p:cNvPr>
          <p:cNvSpPr>
            <a:spLocks xmlns:a="http://schemas.openxmlformats.org/drawingml/2006/main" noGrp="1"/>
          </p:cNvSpPr>
          <p:nvPr/>
        </p:nvSpPr>
        <p:spPr>
          <a:xfrm xmlns:a="http://schemas.openxmlformats.org/drawingml/2006/main">
            <a:off x="914400" y="4295775"/>
            <a:ext cx="10382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950" b="0">
                <a:solidFill>
                  <a:srgbClr val="14142B"/>
                </a:solidFill>
                <a:latin typeface="Arial"/>
                <a:ea typeface="Arial"/>
                <a:cs typeface="Arial"/>
              </a:defRPr>
            </a:pPr>
            <a:r>
              <a:rPr sz="1950" b="0">
                <a:solidFill>
                  <a:srgbClr val="14142B"/>
                </a:solidFill>
                <a:latin typeface="Arial"/>
                <a:ea typeface="Arial"/>
                <a:cs typeface="Arial"/>
              </a:rPr>
              <a:t>LiveKit Agents 1.3.12 with faster-whisper base.en</a:t>
            </a:r>
          </a:p>
          <a:p xmlns:a="http://schemas.openxmlformats.org/drawingml/2006/main">
            <a:pPr>
              <a:buNone/>
              <a:defRPr sz="1950" b="0">
                <a:solidFill>
                  <a:srgbClr val="14142B"/>
                </a:solidFill>
                <a:latin typeface="Arial"/>
                <a:ea typeface="Arial"/>
                <a:cs typeface="Arial"/>
              </a:defRPr>
            </a:pPr>
            <a:r>
              <a:rPr sz="1950" b="0">
                <a:solidFill>
                  <a:srgbClr val="14142B"/>
                </a:solidFill>
                <a:latin typeface="Arial"/>
                <a:ea typeface="Arial"/>
                <a:cs typeface="Arial"/>
              </a:rPr>
              <a:t>Qwen3.5-4B planner and local judge via llama.cpp</a:t>
            </a:r>
          </a:p>
          <a:p xmlns:a="http://schemas.openxmlformats.org/drawingml/2006/main">
            <a:pPr>
              <a:buNone/>
              <a:defRPr sz="1950" b="0">
                <a:solidFill>
                  <a:srgbClr val="14142B"/>
                </a:solidFill>
                <a:latin typeface="Arial"/>
                <a:ea typeface="Arial"/>
                <a:cs typeface="Arial"/>
              </a:defRPr>
            </a:pPr>
            <a:r>
              <a:rPr sz="1950" b="0">
                <a:solidFill>
                  <a:srgbClr val="14142B"/>
                </a:solidFill>
                <a:latin typeface="Arial"/>
                <a:ea typeface="Arial"/>
                <a:cs typeface="Arial"/>
              </a:rPr>
              <a:t>SAPI speech on Windows, espeak-ng on Linux</a:t>
            </a:r>
          </a:p>
        </p:txBody>
      </p:sp>
      <p:sp>
        <p:nvSpPr>
          <p:cNvPr id="136" name="evidence-note">
            <a:extLst xmlns:a="http://schemas.openxmlformats.org/drawingml/2006/main">
              <a:ext uri="{FF2B5EF4-FFF2-40B4-BE49-F238E27FC236}">
                <a16:creationId xmlns:a16="http://schemas.microsoft.com/office/drawing/2014/main" id="{9D72EBCC-48F8-4E1B-A9AD-FDC99653EE1E}"/>
              </a:ext>
            </a:extLst>
          </p:cNvPr>
          <p:cNvSpPr>
            <a:spLocks xmlns:a="http://schemas.openxmlformats.org/drawingml/2006/main" noGrp="1"/>
          </p:cNvSpPr>
          <p:nvPr/>
        </p:nvSpPr>
        <p:spPr>
          <a:xfrm xmlns:a="http://schemas.openxmlformats.org/drawingml/2006/main">
            <a:off x="914400" y="6219825"/>
            <a:ext cx="10363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0">
                <a:solidFill>
                  <a:srgbClr val="646480"/>
                </a:solidFill>
                <a:latin typeface="Arial"/>
                <a:ea typeface="Arial"/>
                <a:cs typeface="Arial"/>
              </a:defRPr>
            </a:pPr>
            <a:r>
              <a:rPr sz="1350" b="0">
                <a:solidFill>
                  <a:srgbClr val="646480"/>
                </a:solidFill>
                <a:latin typeface="Arial"/>
                <a:ea typeface="Arial"/>
                <a:cs typeface="Arial"/>
              </a:rPr>
              <a:t>CPU Docker speech check passed. Full Linux benchmark pending. Target: one NVIDIA 48 GB GPU.</a:t>
            </a:r>
          </a:p>
        </p:txBody>
      </p:sp>
    </p:spTree>
    <p:extLst>
      <p:ext uri="{BB962C8B-B14F-4D97-AF65-F5344CB8AC3E}">
        <p14:creationId xmlns:p14="http://schemas.microsoft.com/office/powerpoint/2010/main" val="172241486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37" name="Google Shape;137;p8">
            <a:extLst xmlns:a="http://schemas.openxmlformats.org/drawingml/2006/main">
              <a:ext uri="{FF2B5EF4-FFF2-40B4-BE49-F238E27FC236}">
                <a16:creationId xmlns:a16="http://schemas.microsoft.com/office/drawing/2014/main" id="{A59CA981-1733-450C-8C8E-9362F1B3473F}"/>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l">
              <a:lnSpc>
                <a:spcPct val="90000"/>
              </a:lnSpc>
              <a:spcBef>
                <a:spcPts val="0"/>
              </a:spcBef>
              <a:spcAft>
                <a:spcPts val="0"/>
              </a:spcAft>
              <a:buClr>
                <a:srgbClr val="704EA6"/>
              </a:buClr>
              <a:buSzPts val="4400"/>
              <a:buFont typeface="Calibri"/>
              <a:buNone/>
            </a:pPr>
            <a:r>
              <a:rPr sz="4400" b="1">
                <a:solidFill>
                  <a:srgbClr val="704EA6"/>
                </a:solidFill>
                <a:latin typeface="Calibri"/>
                <a:ea typeface="Calibri"/>
                <a:cs typeface="Calibri"/>
              </a:rPr>
              <a:t>Submission and next checkpoint</a:t>
            </a:r>
            <a:endParaRPr sz="4400" b="1">
              <a:solidFill>
                <a:srgbClr val="704EA6"/>
              </a:solidFill>
            </a:endParaRPr>
          </a:p>
        </p:txBody>
      </p:sp>
      <p:sp>
        <p:nvSpPr>
          <p:cNvPr id="138" name="Google Shape;138;p8">
            <a:extLst xmlns:a="http://schemas.openxmlformats.org/drawingml/2006/main">
              <a:ext uri="{FF2B5EF4-FFF2-40B4-BE49-F238E27FC236}">
                <a16:creationId xmlns:a16="http://schemas.microsoft.com/office/drawing/2014/main" id="{7F25613A-CB87-4F91-AB4C-AAA6D69BDE26}"/>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p xmlns:a="http://schemas.openxmlformats.org/drawingml/2006/main">
            <a:pPr marL="228600" lvl="0" indent="-50800" algn="l">
              <a:lnSpc>
                <a:spcPct val="90000"/>
              </a:lnSpc>
              <a:spcBef>
                <a:spcPts val="0"/>
              </a:spcBef>
              <a:spcAft>
                <a:spcPts val="0"/>
              </a:spcAft>
              <a:buClr>
                <a:schemeClr val="dk1"/>
              </a:buClr>
              <a:buSzPts val="2800"/>
              <a:buNone/>
            </a:pPr>
            <a:r>
              <a:t/>
            </a:r>
            <a:endParaRPr/>
          </a:p>
        </p:txBody>
      </p:sp>
      <p:sp>
        <p:nvSpPr>
          <p:cNvPr id="139" name="next-title">
            <a:extLst xmlns:a="http://schemas.openxmlformats.org/drawingml/2006/main">
              <a:ext uri="{FF2B5EF4-FFF2-40B4-BE49-F238E27FC236}">
                <a16:creationId xmlns:a16="http://schemas.microsoft.com/office/drawing/2014/main" id="{09287175-D974-413E-B796-FF26A7246287}"/>
              </a:ext>
            </a:extLst>
          </p:cNvPr>
          <p:cNvSpPr>
            <a:spLocks xmlns:a="http://schemas.openxmlformats.org/drawingml/2006/main" noGrp="1"/>
          </p:cNvSpPr>
          <p:nvPr/>
        </p:nvSpPr>
        <p:spPr>
          <a:xfrm xmlns:a="http://schemas.openxmlformats.org/drawingml/2006/main">
            <a:off x="914400" y="1800225"/>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1">
                <a:solidFill>
                  <a:srgbClr val="704CAD"/>
                </a:solidFill>
                <a:latin typeface="Arial"/>
                <a:ea typeface="Arial"/>
                <a:cs typeface="Arial"/>
              </a:defRPr>
            </a:pPr>
            <a:r>
              <a:rPr sz="2400" b="1">
                <a:solidFill>
                  <a:srgbClr val="704CAD"/>
                </a:solidFill>
                <a:latin typeface="Arial"/>
                <a:ea typeface="Arial"/>
                <a:cs typeface="Arial"/>
              </a:rPr>
              <a:t>Next evidence checkpoint</a:t>
            </a:r>
          </a:p>
        </p:txBody>
      </p:sp>
      <p:sp>
        <p:nvSpPr>
          <p:cNvPr id="140" name="next-items">
            <a:extLst xmlns:a="http://schemas.openxmlformats.org/drawingml/2006/main">
              <a:ext uri="{FF2B5EF4-FFF2-40B4-BE49-F238E27FC236}">
                <a16:creationId xmlns:a16="http://schemas.microsoft.com/office/drawing/2014/main" id="{14EE5AB4-EE36-4465-9129-DA8B77B151B3}"/>
              </a:ext>
            </a:extLst>
          </p:cNvPr>
          <p:cNvSpPr>
            <a:spLocks xmlns:a="http://schemas.openxmlformats.org/drawingml/2006/main" noGrp="1"/>
          </p:cNvSpPr>
          <p:nvPr/>
        </p:nvSpPr>
        <p:spPr>
          <a:xfrm xmlns:a="http://schemas.openxmlformats.org/drawingml/2006/main">
            <a:off x="914400" y="2486025"/>
            <a:ext cx="5524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14142B"/>
                </a:solidFill>
                <a:latin typeface="Arial"/>
                <a:ea typeface="Arial"/>
                <a:cs typeface="Arial"/>
              </a:defRPr>
            </a:pPr>
            <a:r>
              <a:rPr sz="2025" b="0">
                <a:solidFill>
                  <a:srgbClr val="14142B"/>
                </a:solidFill>
                <a:latin typeface="Arial"/>
                <a:ea typeface="Arial"/>
                <a:cs typeface="Arial"/>
              </a:rPr>
              <a:t>1. Run #4 (18ad4ea): PENDING</a:t>
            </a:r>
          </a:p>
          <a:p xmlns:a="http://schemas.openxmlformats.org/drawingml/2006/main">
            <a:pPr>
              <a:buNone/>
              <a:defRPr sz="2025" b="0">
                <a:solidFill>
                  <a:srgbClr val="14142B"/>
                </a:solidFill>
                <a:latin typeface="Arial"/>
                <a:ea typeface="Arial"/>
                <a:cs typeface="Arial"/>
              </a:defRPr>
            </a:pPr>
            <a:r>
              <a:rPr sz="2025" b="0">
                <a:solidFill>
                  <a:srgbClr val="14142B"/>
                </a:solidFill>
                <a:latin typeface="Arial"/>
                <a:ea typeface="Arial"/>
                <a:cs typeface="Arial"/>
              </a:rPr>
              <a:t>2. Clean Linux reproduction</a:t>
            </a:r>
          </a:p>
          <a:p xmlns:a="http://schemas.openxmlformats.org/drawingml/2006/main">
            <a:pPr>
              <a:buNone/>
              <a:defRPr sz="2025" b="0">
                <a:solidFill>
                  <a:srgbClr val="14142B"/>
                </a:solidFill>
                <a:latin typeface="Arial"/>
                <a:ea typeface="Arial"/>
                <a:cs typeface="Arial"/>
              </a:defRPr>
            </a:pPr>
            <a:r>
              <a:rPr sz="2025" b="0">
                <a:solidFill>
                  <a:srgbClr val="14142B"/>
                </a:solidFill>
                <a:latin typeface="Arial"/>
                <a:ea typeface="Arial"/>
                <a:cs typeface="Arial"/>
              </a:rPr>
              <a:t>3. Human video review and public link</a:t>
            </a:r>
          </a:p>
          <a:p xmlns:a="http://schemas.openxmlformats.org/drawingml/2006/main">
            <a:pPr>
              <a:buNone/>
              <a:defRPr sz="2025" b="0">
                <a:solidFill>
                  <a:srgbClr val="14142B"/>
                </a:solidFill>
                <a:latin typeface="Arial"/>
                <a:ea typeface="Arial"/>
                <a:cs typeface="Arial"/>
              </a:defRPr>
            </a:pPr>
            <a:r>
              <a:rPr sz="2025" b="0">
                <a:solidFill>
                  <a:srgbClr val="14142B"/>
                </a:solidFill>
                <a:latin typeface="Arial"/>
                <a:ea typeface="Arial"/>
                <a:cs typeface="Arial"/>
              </a:rPr>
              <a:t>4. Team review and disclosure</a:t>
            </a:r>
          </a:p>
        </p:txBody>
      </p:sp>
      <p:sp>
        <p:nvSpPr>
          <p:cNvPr id="141" name="remaining-title">
            <a:extLst xmlns:a="http://schemas.openxmlformats.org/drawingml/2006/main">
              <a:ext uri="{FF2B5EF4-FFF2-40B4-BE49-F238E27FC236}">
                <a16:creationId xmlns:a16="http://schemas.microsoft.com/office/drawing/2014/main" id="{84ED6FBF-EA57-420B-8B17-F66A9B15ACCF}"/>
              </a:ext>
            </a:extLst>
          </p:cNvPr>
          <p:cNvSpPr>
            <a:spLocks xmlns:a="http://schemas.openxmlformats.org/drawingml/2006/main" noGrp="1"/>
          </p:cNvSpPr>
          <p:nvPr/>
        </p:nvSpPr>
        <p:spPr>
          <a:xfrm xmlns:a="http://schemas.openxmlformats.org/drawingml/2006/main">
            <a:off x="6924675" y="1800225"/>
            <a:ext cx="4362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1">
                <a:solidFill>
                  <a:srgbClr val="704CAD"/>
                </a:solidFill>
                <a:latin typeface="Arial"/>
                <a:ea typeface="Arial"/>
                <a:cs typeface="Arial"/>
              </a:defRPr>
            </a:pPr>
            <a:r>
              <a:rPr sz="2400" b="1">
                <a:solidFill>
                  <a:srgbClr val="704CAD"/>
                </a:solidFill>
                <a:latin typeface="Arial"/>
                <a:ea typeface="Arial"/>
                <a:cs typeface="Arial"/>
              </a:rPr>
              <a:t>Submission fields</a:t>
            </a:r>
          </a:p>
        </p:txBody>
      </p:sp>
      <p:sp>
        <p:nvSpPr>
          <p:cNvPr id="142" name="remaining-fields">
            <a:extLst xmlns:a="http://schemas.openxmlformats.org/drawingml/2006/main">
              <a:ext uri="{FF2B5EF4-FFF2-40B4-BE49-F238E27FC236}">
                <a16:creationId xmlns:a16="http://schemas.microsoft.com/office/drawing/2014/main" id="{8EC9EA2C-5CFD-4B02-8A93-E388351EB3F1}"/>
              </a:ext>
            </a:extLst>
          </p:cNvPr>
          <p:cNvSpPr>
            <a:spLocks xmlns:a="http://schemas.openxmlformats.org/drawingml/2006/main" noGrp="1"/>
          </p:cNvSpPr>
          <p:nvPr/>
        </p:nvSpPr>
        <p:spPr>
          <a:xfrm xmlns:a="http://schemas.openxmlformats.org/drawingml/2006/main">
            <a:off x="6924675" y="2486025"/>
            <a:ext cx="43624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14142B"/>
                </a:solidFill>
                <a:latin typeface="Arial"/>
                <a:ea typeface="Arial"/>
                <a:cs typeface="Arial"/>
              </a:defRPr>
            </a:pPr>
            <a:r>
              <a:rPr sz="1800" b="0">
                <a:solidFill>
                  <a:srgbClr val="14142B"/>
                </a:solidFill>
                <a:latin typeface="Arial"/>
                <a:ea typeface="Arial"/>
                <a:cs typeface="Arial"/>
              </a:rPr>
              <a:t>[FINAL GITHUB URL]</a:t>
            </a:r>
          </a:p>
          <a:p xmlns:a="http://schemas.openxmlformats.org/drawingml/2006/main">
            <a:pPr>
              <a:buNone/>
              <a:defRPr sz="1800" b="0">
                <a:solidFill>
                  <a:srgbClr val="14142B"/>
                </a:solidFill>
                <a:latin typeface="Arial"/>
                <a:ea typeface="Arial"/>
                <a:cs typeface="Arial"/>
              </a:defRPr>
            </a:pPr>
            <a:r>
              <a:rPr sz="1800" b="0">
                <a:solidFill>
                  <a:srgbClr val="14142B"/>
                </a:solidFill>
                <a:latin typeface="Arial"/>
                <a:ea typeface="Arial"/>
                <a:cs typeface="Arial"/>
              </a:rPr>
              <a:t>[DEMO VIDEO URL]</a:t>
            </a:r>
          </a:p>
          <a:p xmlns:a="http://schemas.openxmlformats.org/drawingml/2006/main">
            <a:pPr>
              <a:buNone/>
              <a:defRPr sz="1800" b="0">
                <a:solidFill>
                  <a:srgbClr val="14142B"/>
                </a:solidFill>
                <a:latin typeface="Arial"/>
                <a:ea typeface="Arial"/>
                <a:cs typeface="Arial"/>
              </a:defRPr>
            </a:pPr>
            <a:r>
              <a:rPr sz="1800" b="0">
                <a:solidFill>
                  <a:srgbClr val="14142B"/>
                </a:solidFill>
                <a:latin typeface="Arial"/>
                <a:ea typeface="Arial"/>
                <a:cs typeface="Arial"/>
              </a:rPr>
              <a:t>[SUBMISSION FORM URL]</a:t>
            </a:r>
          </a:p>
          <a:p xmlns:a="http://schemas.openxmlformats.org/drawingml/2006/main">
            <a:pPr>
              <a:buNone/>
              <a:defRPr sz="1800" b="0">
                <a:solidFill>
                  <a:srgbClr val="14142B"/>
                </a:solidFill>
                <a:latin typeface="Arial"/>
                <a:ea typeface="Arial"/>
                <a:cs typeface="Arial"/>
              </a:defRPr>
            </a:pPr>
            <a:r>
              <a:rPr sz="1800" b="0">
                <a:solidFill>
                  <a:srgbClr val="14142B"/>
                </a:solidFill>
                <a:latin typeface="Arial"/>
                <a:ea typeface="Arial"/>
                <a:cs typeface="Arial"/>
              </a:rPr>
              <a:t>[TEAM IDENTITIES AND EMAILS]</a:t>
            </a:r>
          </a:p>
        </p:txBody>
      </p:sp>
      <p:sp>
        <p:nvSpPr>
          <p:cNvPr id="143" name="official-weights">
            <a:extLst xmlns:a="http://schemas.openxmlformats.org/drawingml/2006/main">
              <a:ext uri="{FF2B5EF4-FFF2-40B4-BE49-F238E27FC236}">
                <a16:creationId xmlns:a16="http://schemas.microsoft.com/office/drawing/2014/main" id="{77AF69D6-6CA3-4C58-B713-5D53161C9D80}"/>
              </a:ext>
            </a:extLst>
          </p:cNvPr>
          <p:cNvSpPr>
            <a:spLocks xmlns:a="http://schemas.openxmlformats.org/drawingml/2006/main" noGrp="1"/>
          </p:cNvSpPr>
          <p:nvPr/>
        </p:nvSpPr>
        <p:spPr>
          <a:xfrm xmlns:a="http://schemas.openxmlformats.org/drawingml/2006/main">
            <a:off x="914400" y="5067300"/>
            <a:ext cx="10382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14142B"/>
                </a:solidFill>
                <a:latin typeface="Arial"/>
                <a:ea typeface="Arial"/>
                <a:cs typeface="Arial"/>
              </a:defRPr>
            </a:pPr>
            <a:r>
              <a:rPr sz="2025" b="0">
                <a:solidFill>
                  <a:srgbClr val="14142B"/>
                </a:solidFill>
                <a:latin typeface="Arial"/>
                <a:ea typeface="Arial"/>
                <a:cs typeface="Arial"/>
              </a:rPr>
              <a:t>Round 1: 60% organizer benchmark rerun, 20% working extension, 20% documentation, architecture and video.</a:t>
            </a:r>
          </a:p>
        </p:txBody>
      </p:sp>
      <p:sp>
        <p:nvSpPr>
          <p:cNvPr id="144" name="evidence-note">
            <a:extLst xmlns:a="http://schemas.openxmlformats.org/drawingml/2006/main">
              <a:ext uri="{FF2B5EF4-FFF2-40B4-BE49-F238E27FC236}">
                <a16:creationId xmlns:a16="http://schemas.microsoft.com/office/drawing/2014/main" id="{3CB2443A-9695-4232-9453-EB5111E5911F}"/>
              </a:ext>
            </a:extLst>
          </p:cNvPr>
          <p:cNvSpPr>
            <a:spLocks xmlns:a="http://schemas.openxmlformats.org/drawingml/2006/main" noGrp="1"/>
          </p:cNvSpPr>
          <p:nvPr/>
        </p:nvSpPr>
        <p:spPr>
          <a:xfrm xmlns:a="http://schemas.openxmlformats.org/drawingml/2006/main">
            <a:off x="914400" y="6219825"/>
            <a:ext cx="10363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0">
                <a:solidFill>
                  <a:srgbClr val="646480"/>
                </a:solidFill>
                <a:latin typeface="Arial"/>
                <a:ea typeface="Arial"/>
                <a:cs typeface="Arial"/>
              </a:defRPr>
            </a:pPr>
            <a:r>
              <a:rPr sz="1350" b="0">
                <a:solidFill>
                  <a:srgbClr val="646480"/>
                </a:solidFill>
                <a:latin typeface="Arial"/>
                <a:ea typeface="Arial"/>
                <a:cs typeface="Arial"/>
              </a:rPr>
              <a:t>Deadline: 30 September 2026 per team email report. Exact cutoff and form link await confirmation.</a:t>
            </a:r>
          </a:p>
        </p:txBody>
      </p:sp>
    </p:spTree>
    <p:extLst>
      <p:ext uri="{BB962C8B-B14F-4D97-AF65-F5344CB8AC3E}">
        <p14:creationId xmlns:p14="http://schemas.microsoft.com/office/powerpoint/2010/main" val="1869046200"/>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2026-09-28T06:07:30.2900000Z</dcterms:created>
  <dcterms:modified xsi:type="dcterms:W3CDTF">2026-09-28T06:07:30.2900000Z</dcterms:modified>
</coreProperties>
</file>